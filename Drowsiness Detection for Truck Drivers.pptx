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notesMasterIdLst>
    <p:notesMasterId r:id="rId18"/>
  </p:notesMasterIdLst>
  <p:sldIdLst>
    <p:sldId id="256" r:id="rId2"/>
    <p:sldId id="257" r:id="rId3"/>
    <p:sldId id="258" r:id="rId4"/>
    <p:sldId id="274" r:id="rId5"/>
    <p:sldId id="260" r:id="rId6"/>
    <p:sldId id="280" r:id="rId7"/>
    <p:sldId id="275" r:id="rId8"/>
    <p:sldId id="271" r:id="rId9"/>
    <p:sldId id="267" r:id="rId10"/>
    <p:sldId id="278" r:id="rId11"/>
    <p:sldId id="277" r:id="rId12"/>
    <p:sldId id="276" r:id="rId13"/>
    <p:sldId id="272" r:id="rId14"/>
    <p:sldId id="279" r:id="rId15"/>
    <p:sldId id="269" r:id="rId16"/>
    <p:sldId id="270"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13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ata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ata3.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svg"/><Relationship Id="rId1" Type="http://schemas.openxmlformats.org/officeDocument/2006/relationships/image" Target="../media/image26.png"/><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9.svg"/></Relationships>
</file>

<file path=ppt/diagrams/_rels/data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svg"/><Relationship Id="rId1" Type="http://schemas.openxmlformats.org/officeDocument/2006/relationships/image" Target="../media/image35.png"/><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38.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rawing3.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svg"/><Relationship Id="rId1" Type="http://schemas.openxmlformats.org/officeDocument/2006/relationships/image" Target="../media/image26.png"/><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9.svg"/></Relationships>
</file>

<file path=ppt/diagrams/_rels/drawing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svg"/><Relationship Id="rId1" Type="http://schemas.openxmlformats.org/officeDocument/2006/relationships/image" Target="../media/image35.png"/><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38.svg"/></Relationships>
</file>

<file path=ppt/diagrams/colors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07E5DF5-3D60-48E5-8313-FD3D5F2AD872}" type="doc">
      <dgm:prSet loTypeId="urn:microsoft.com/office/officeart/2018/2/layout/IconCircleList" loCatId="icon" qsTypeId="urn:microsoft.com/office/officeart/2005/8/quickstyle/simple1" qsCatId="simple" csTypeId="urn:microsoft.com/office/officeart/2018/5/colors/Iconchunking_neutralbg_accent1_2" csCatId="accent1" phldr="1"/>
      <dgm:spPr/>
      <dgm:t>
        <a:bodyPr/>
        <a:lstStyle/>
        <a:p>
          <a:endParaRPr lang="en-US"/>
        </a:p>
      </dgm:t>
    </dgm:pt>
    <dgm:pt modelId="{AFF4CF68-51A4-4B02-8CDD-A2FC5296B08D}">
      <dgm:prSet/>
      <dgm:spPr/>
      <dgm:t>
        <a:bodyPr/>
        <a:lstStyle/>
        <a:p>
          <a:pPr>
            <a:lnSpc>
              <a:spcPct val="100000"/>
            </a:lnSpc>
          </a:pPr>
          <a:r>
            <a:rPr lang="en-US" b="0" i="0" dirty="0"/>
            <a:t>Drowsiness or fatigue is a common issue that can affect any driver, particularly on long trips, at night, or in the early morning. </a:t>
          </a:r>
          <a:endParaRPr lang="en-US" dirty="0"/>
        </a:p>
      </dgm:t>
    </dgm:pt>
    <dgm:pt modelId="{C292AA26-4110-4BEF-A258-09F297A577D8}" type="parTrans" cxnId="{DA9323DD-2053-41BB-95EF-E0DEEAD669CD}">
      <dgm:prSet/>
      <dgm:spPr/>
      <dgm:t>
        <a:bodyPr/>
        <a:lstStyle/>
        <a:p>
          <a:endParaRPr lang="en-US"/>
        </a:p>
      </dgm:t>
    </dgm:pt>
    <dgm:pt modelId="{35466138-196D-49A7-8321-7B305F54C059}" type="sibTrans" cxnId="{DA9323DD-2053-41BB-95EF-E0DEEAD669CD}">
      <dgm:prSet/>
      <dgm:spPr/>
      <dgm:t>
        <a:bodyPr/>
        <a:lstStyle/>
        <a:p>
          <a:pPr>
            <a:lnSpc>
              <a:spcPct val="100000"/>
            </a:lnSpc>
          </a:pPr>
          <a:endParaRPr lang="en-US"/>
        </a:p>
      </dgm:t>
    </dgm:pt>
    <dgm:pt modelId="{33086DF0-FF4B-46B4-99E9-F88EEB5654EC}">
      <dgm:prSet/>
      <dgm:spPr/>
      <dgm:t>
        <a:bodyPr/>
        <a:lstStyle/>
        <a:p>
          <a:pPr>
            <a:lnSpc>
              <a:spcPct val="100000"/>
            </a:lnSpc>
          </a:pPr>
          <a:r>
            <a:rPr lang="en-US" b="0" i="0"/>
            <a:t>Drowsy driving is the risky combination of driving while tired. This usually occurs when a driver has not gotten enough sleep, but it can also occur as a result of untreated sleep disorders or shift work.</a:t>
          </a:r>
          <a:endParaRPr lang="en-US"/>
        </a:p>
      </dgm:t>
    </dgm:pt>
    <dgm:pt modelId="{E7154681-6EB8-422E-940D-87215362ECBD}" type="parTrans" cxnId="{8A70AE75-FFB6-43F8-A335-C23C75471E37}">
      <dgm:prSet/>
      <dgm:spPr/>
      <dgm:t>
        <a:bodyPr/>
        <a:lstStyle/>
        <a:p>
          <a:endParaRPr lang="en-US"/>
        </a:p>
      </dgm:t>
    </dgm:pt>
    <dgm:pt modelId="{3AE43B06-1FF9-4744-9689-41E47135C01C}" type="sibTrans" cxnId="{8A70AE75-FFB6-43F8-A335-C23C75471E37}">
      <dgm:prSet/>
      <dgm:spPr/>
      <dgm:t>
        <a:bodyPr/>
        <a:lstStyle/>
        <a:p>
          <a:pPr>
            <a:lnSpc>
              <a:spcPct val="100000"/>
            </a:lnSpc>
          </a:pPr>
          <a:endParaRPr lang="en-US"/>
        </a:p>
      </dgm:t>
    </dgm:pt>
    <dgm:pt modelId="{099C222E-1C70-4701-A627-2D5C4127D078}">
      <dgm:prSet/>
      <dgm:spPr/>
      <dgm:t>
        <a:bodyPr/>
        <a:lstStyle/>
        <a:p>
          <a:pPr>
            <a:lnSpc>
              <a:spcPct val="100000"/>
            </a:lnSpc>
          </a:pPr>
          <a:r>
            <a:rPr lang="en-US" b="0" i="0"/>
            <a:t>The project aims at detecting drowsiness while driving to alert the driver at the right time to prevent any mishappening. </a:t>
          </a:r>
          <a:endParaRPr lang="en-US"/>
        </a:p>
      </dgm:t>
    </dgm:pt>
    <dgm:pt modelId="{A1AF68FD-1FEB-4212-B4DB-FDDE223CB5CC}" type="parTrans" cxnId="{1DFB0B47-4FD7-46B2-A1D2-12EA06B7B652}">
      <dgm:prSet/>
      <dgm:spPr/>
      <dgm:t>
        <a:bodyPr/>
        <a:lstStyle/>
        <a:p>
          <a:endParaRPr lang="en-US"/>
        </a:p>
      </dgm:t>
    </dgm:pt>
    <dgm:pt modelId="{72B5EDA2-807F-43E2-A58F-B80D5D51BA70}" type="sibTrans" cxnId="{1DFB0B47-4FD7-46B2-A1D2-12EA06B7B652}">
      <dgm:prSet/>
      <dgm:spPr/>
      <dgm:t>
        <a:bodyPr/>
        <a:lstStyle/>
        <a:p>
          <a:pPr>
            <a:lnSpc>
              <a:spcPct val="100000"/>
            </a:lnSpc>
          </a:pPr>
          <a:endParaRPr lang="en-US"/>
        </a:p>
      </dgm:t>
    </dgm:pt>
    <dgm:pt modelId="{AE3F4F3A-D6F5-401F-83AC-D5B74DC85D15}">
      <dgm:prSet/>
      <dgm:spPr/>
      <dgm:t>
        <a:bodyPr/>
        <a:lstStyle/>
        <a:p>
          <a:pPr>
            <a:lnSpc>
              <a:spcPct val="100000"/>
            </a:lnSpc>
          </a:pPr>
          <a:r>
            <a:rPr lang="en-US" b="0" i="0"/>
            <a:t>A drowsiness detection system's goal is to reduce accidents caused by drowsy driving and promote road safety. It is a must-have for long-haul truck drivers, shift workers, and others who drive for long periods of time and are prone to drowsiness. </a:t>
          </a:r>
          <a:endParaRPr lang="en-US"/>
        </a:p>
      </dgm:t>
    </dgm:pt>
    <dgm:pt modelId="{68907191-80D3-4240-B041-296CBECFCEEC}" type="parTrans" cxnId="{D0960907-B648-4BDD-A8A6-C7E4DE96B71B}">
      <dgm:prSet/>
      <dgm:spPr/>
      <dgm:t>
        <a:bodyPr/>
        <a:lstStyle/>
        <a:p>
          <a:endParaRPr lang="en-US"/>
        </a:p>
      </dgm:t>
    </dgm:pt>
    <dgm:pt modelId="{A8CBBADE-134D-4EAD-BB5E-57906BF0E00F}" type="sibTrans" cxnId="{D0960907-B648-4BDD-A8A6-C7E4DE96B71B}">
      <dgm:prSet/>
      <dgm:spPr/>
      <dgm:t>
        <a:bodyPr/>
        <a:lstStyle/>
        <a:p>
          <a:endParaRPr lang="en-US"/>
        </a:p>
      </dgm:t>
    </dgm:pt>
    <dgm:pt modelId="{079C23F5-8DFD-4A3F-A25A-55B8653AD3D2}" type="pres">
      <dgm:prSet presAssocID="{F07E5DF5-3D60-48E5-8313-FD3D5F2AD872}" presName="root" presStyleCnt="0">
        <dgm:presLayoutVars>
          <dgm:dir/>
          <dgm:resizeHandles val="exact"/>
        </dgm:presLayoutVars>
      </dgm:prSet>
      <dgm:spPr/>
    </dgm:pt>
    <dgm:pt modelId="{2333AFF0-783B-4C53-BB03-C77532EA4147}" type="pres">
      <dgm:prSet presAssocID="{F07E5DF5-3D60-48E5-8313-FD3D5F2AD872}" presName="container" presStyleCnt="0">
        <dgm:presLayoutVars>
          <dgm:dir/>
          <dgm:resizeHandles val="exact"/>
        </dgm:presLayoutVars>
      </dgm:prSet>
      <dgm:spPr/>
    </dgm:pt>
    <dgm:pt modelId="{F00F862F-7B9A-4D52-BEAB-FD3904B56326}" type="pres">
      <dgm:prSet presAssocID="{AFF4CF68-51A4-4B02-8CDD-A2FC5296B08D}" presName="compNode" presStyleCnt="0"/>
      <dgm:spPr/>
    </dgm:pt>
    <dgm:pt modelId="{40EACCD4-B0CB-4520-B9AF-2EBFAAB1F3DB}" type="pres">
      <dgm:prSet presAssocID="{AFF4CF68-51A4-4B02-8CDD-A2FC5296B08D}" presName="iconBgRect" presStyleLbl="bgShp" presStyleIdx="0" presStyleCnt="4"/>
      <dgm:spPr/>
    </dgm:pt>
    <dgm:pt modelId="{F61AE6EC-3D3D-4E62-A462-E0CAB3F1032F}" type="pres">
      <dgm:prSet presAssocID="{AFF4CF68-51A4-4B02-8CDD-A2FC5296B08D}"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leep"/>
        </a:ext>
      </dgm:extLst>
    </dgm:pt>
    <dgm:pt modelId="{A1061958-7910-4D60-9DFC-02DF5F0A26BF}" type="pres">
      <dgm:prSet presAssocID="{AFF4CF68-51A4-4B02-8CDD-A2FC5296B08D}" presName="spaceRect" presStyleCnt="0"/>
      <dgm:spPr/>
    </dgm:pt>
    <dgm:pt modelId="{29E344BD-5AF3-4486-BA56-E200A9B71FA9}" type="pres">
      <dgm:prSet presAssocID="{AFF4CF68-51A4-4B02-8CDD-A2FC5296B08D}" presName="textRect" presStyleLbl="revTx" presStyleIdx="0" presStyleCnt="4">
        <dgm:presLayoutVars>
          <dgm:chMax val="1"/>
          <dgm:chPref val="1"/>
        </dgm:presLayoutVars>
      </dgm:prSet>
      <dgm:spPr/>
    </dgm:pt>
    <dgm:pt modelId="{A1FE0ACB-0925-4076-A42F-FC777C96C809}" type="pres">
      <dgm:prSet presAssocID="{35466138-196D-49A7-8321-7B305F54C059}" presName="sibTrans" presStyleLbl="sibTrans2D1" presStyleIdx="0" presStyleCnt="0"/>
      <dgm:spPr/>
    </dgm:pt>
    <dgm:pt modelId="{D7A3CCF3-2CFA-448E-8881-D8BF6CA98153}" type="pres">
      <dgm:prSet presAssocID="{33086DF0-FF4B-46B4-99E9-F88EEB5654EC}" presName="compNode" presStyleCnt="0"/>
      <dgm:spPr/>
    </dgm:pt>
    <dgm:pt modelId="{73F9A4C0-42D1-481E-B693-0DD169DB490B}" type="pres">
      <dgm:prSet presAssocID="{33086DF0-FF4B-46B4-99E9-F88EEB5654EC}" presName="iconBgRect" presStyleLbl="bgShp" presStyleIdx="1" presStyleCnt="4"/>
      <dgm:spPr/>
    </dgm:pt>
    <dgm:pt modelId="{AED79030-8946-46C6-9B1F-3338584A0A82}" type="pres">
      <dgm:prSet presAssocID="{33086DF0-FF4B-46B4-99E9-F88EEB5654EC}"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ar"/>
        </a:ext>
      </dgm:extLst>
    </dgm:pt>
    <dgm:pt modelId="{56DAA58B-2D47-464C-B88A-5432307589D7}" type="pres">
      <dgm:prSet presAssocID="{33086DF0-FF4B-46B4-99E9-F88EEB5654EC}" presName="spaceRect" presStyleCnt="0"/>
      <dgm:spPr/>
    </dgm:pt>
    <dgm:pt modelId="{8BC0C6BE-34E9-4595-8033-87FDD4F1E84D}" type="pres">
      <dgm:prSet presAssocID="{33086DF0-FF4B-46B4-99E9-F88EEB5654EC}" presName="textRect" presStyleLbl="revTx" presStyleIdx="1" presStyleCnt="4">
        <dgm:presLayoutVars>
          <dgm:chMax val="1"/>
          <dgm:chPref val="1"/>
        </dgm:presLayoutVars>
      </dgm:prSet>
      <dgm:spPr/>
    </dgm:pt>
    <dgm:pt modelId="{4B35D6A4-9DB4-4FFB-AF27-410A04D2870B}" type="pres">
      <dgm:prSet presAssocID="{3AE43B06-1FF9-4744-9689-41E47135C01C}" presName="sibTrans" presStyleLbl="sibTrans2D1" presStyleIdx="0" presStyleCnt="0"/>
      <dgm:spPr/>
    </dgm:pt>
    <dgm:pt modelId="{80A9FD00-8257-46DB-8FED-D5BDB298303A}" type="pres">
      <dgm:prSet presAssocID="{099C222E-1C70-4701-A627-2D5C4127D078}" presName="compNode" presStyleCnt="0"/>
      <dgm:spPr/>
    </dgm:pt>
    <dgm:pt modelId="{4B820A33-DC86-4B70-A411-982421736DE2}" type="pres">
      <dgm:prSet presAssocID="{099C222E-1C70-4701-A627-2D5C4127D078}" presName="iconBgRect" presStyleLbl="bgShp" presStyleIdx="2" presStyleCnt="4"/>
      <dgm:spPr/>
    </dgm:pt>
    <dgm:pt modelId="{3CFF5E8A-2994-4178-8A2B-D4902916FF62}" type="pres">
      <dgm:prSet presAssocID="{099C222E-1C70-4701-A627-2D5C4127D078}"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opwatch"/>
        </a:ext>
      </dgm:extLst>
    </dgm:pt>
    <dgm:pt modelId="{FF5677B7-950B-45DF-9DCC-06215E5DA3F8}" type="pres">
      <dgm:prSet presAssocID="{099C222E-1C70-4701-A627-2D5C4127D078}" presName="spaceRect" presStyleCnt="0"/>
      <dgm:spPr/>
    </dgm:pt>
    <dgm:pt modelId="{013E9685-FF6B-4D82-A984-3D2DE697268D}" type="pres">
      <dgm:prSet presAssocID="{099C222E-1C70-4701-A627-2D5C4127D078}" presName="textRect" presStyleLbl="revTx" presStyleIdx="2" presStyleCnt="4">
        <dgm:presLayoutVars>
          <dgm:chMax val="1"/>
          <dgm:chPref val="1"/>
        </dgm:presLayoutVars>
      </dgm:prSet>
      <dgm:spPr/>
    </dgm:pt>
    <dgm:pt modelId="{6F83383B-E422-43CE-9FEC-895C651A2ABA}" type="pres">
      <dgm:prSet presAssocID="{72B5EDA2-807F-43E2-A58F-B80D5D51BA70}" presName="sibTrans" presStyleLbl="sibTrans2D1" presStyleIdx="0" presStyleCnt="0"/>
      <dgm:spPr/>
    </dgm:pt>
    <dgm:pt modelId="{D1EC6551-6DF9-4D45-88E1-D754B8566D38}" type="pres">
      <dgm:prSet presAssocID="{AE3F4F3A-D6F5-401F-83AC-D5B74DC85D15}" presName="compNode" presStyleCnt="0"/>
      <dgm:spPr/>
    </dgm:pt>
    <dgm:pt modelId="{96A59FC3-87D8-4129-9CD9-F08694DC3A7B}" type="pres">
      <dgm:prSet presAssocID="{AE3F4F3A-D6F5-401F-83AC-D5B74DC85D15}" presName="iconBgRect" presStyleLbl="bgShp" presStyleIdx="3" presStyleCnt="4"/>
      <dgm:spPr/>
    </dgm:pt>
    <dgm:pt modelId="{5B9F4ED0-C4F3-4799-B309-727F22A9EFCF}" type="pres">
      <dgm:prSet presAssocID="{AE3F4F3A-D6F5-401F-83AC-D5B74DC85D15}"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Ambulance"/>
        </a:ext>
      </dgm:extLst>
    </dgm:pt>
    <dgm:pt modelId="{DA29B9A3-E7DF-4FF3-B5B7-968AE8E4A62D}" type="pres">
      <dgm:prSet presAssocID="{AE3F4F3A-D6F5-401F-83AC-D5B74DC85D15}" presName="spaceRect" presStyleCnt="0"/>
      <dgm:spPr/>
    </dgm:pt>
    <dgm:pt modelId="{32CB47ED-ADBC-405D-85CD-4F6460F52833}" type="pres">
      <dgm:prSet presAssocID="{AE3F4F3A-D6F5-401F-83AC-D5B74DC85D15}" presName="textRect" presStyleLbl="revTx" presStyleIdx="3" presStyleCnt="4">
        <dgm:presLayoutVars>
          <dgm:chMax val="1"/>
          <dgm:chPref val="1"/>
        </dgm:presLayoutVars>
      </dgm:prSet>
      <dgm:spPr/>
    </dgm:pt>
  </dgm:ptLst>
  <dgm:cxnLst>
    <dgm:cxn modelId="{D0960907-B648-4BDD-A8A6-C7E4DE96B71B}" srcId="{F07E5DF5-3D60-48E5-8313-FD3D5F2AD872}" destId="{AE3F4F3A-D6F5-401F-83AC-D5B74DC85D15}" srcOrd="3" destOrd="0" parTransId="{68907191-80D3-4240-B041-296CBECFCEEC}" sibTransId="{A8CBBADE-134D-4EAD-BB5E-57906BF0E00F}"/>
    <dgm:cxn modelId="{CBAE1130-B4E2-4DE8-877C-B6E4042305DD}" type="presOf" srcId="{35466138-196D-49A7-8321-7B305F54C059}" destId="{A1FE0ACB-0925-4076-A42F-FC777C96C809}" srcOrd="0" destOrd="0" presId="urn:microsoft.com/office/officeart/2018/2/layout/IconCircleList"/>
    <dgm:cxn modelId="{1DFB0B47-4FD7-46B2-A1D2-12EA06B7B652}" srcId="{F07E5DF5-3D60-48E5-8313-FD3D5F2AD872}" destId="{099C222E-1C70-4701-A627-2D5C4127D078}" srcOrd="2" destOrd="0" parTransId="{A1AF68FD-1FEB-4212-B4DB-FDDE223CB5CC}" sibTransId="{72B5EDA2-807F-43E2-A58F-B80D5D51BA70}"/>
    <dgm:cxn modelId="{8A70AE75-FFB6-43F8-A335-C23C75471E37}" srcId="{F07E5DF5-3D60-48E5-8313-FD3D5F2AD872}" destId="{33086DF0-FF4B-46B4-99E9-F88EEB5654EC}" srcOrd="1" destOrd="0" parTransId="{E7154681-6EB8-422E-940D-87215362ECBD}" sibTransId="{3AE43B06-1FF9-4744-9689-41E47135C01C}"/>
    <dgm:cxn modelId="{FB6D6584-ED09-4437-8E75-07641D26082B}" type="presOf" srcId="{F07E5DF5-3D60-48E5-8313-FD3D5F2AD872}" destId="{079C23F5-8DFD-4A3F-A25A-55B8653AD3D2}" srcOrd="0" destOrd="0" presId="urn:microsoft.com/office/officeart/2018/2/layout/IconCircleList"/>
    <dgm:cxn modelId="{25A9839A-F745-4DC9-951E-2C41E8FCB71F}" type="presOf" srcId="{72B5EDA2-807F-43E2-A58F-B80D5D51BA70}" destId="{6F83383B-E422-43CE-9FEC-895C651A2ABA}" srcOrd="0" destOrd="0" presId="urn:microsoft.com/office/officeart/2018/2/layout/IconCircleList"/>
    <dgm:cxn modelId="{FA6644AC-9A21-4DDC-9363-B0387099052C}" type="presOf" srcId="{AE3F4F3A-D6F5-401F-83AC-D5B74DC85D15}" destId="{32CB47ED-ADBC-405D-85CD-4F6460F52833}" srcOrd="0" destOrd="0" presId="urn:microsoft.com/office/officeart/2018/2/layout/IconCircleList"/>
    <dgm:cxn modelId="{4FDCD5C0-B69B-4EBB-AB61-3206AD6E3875}" type="presOf" srcId="{33086DF0-FF4B-46B4-99E9-F88EEB5654EC}" destId="{8BC0C6BE-34E9-4595-8033-87FDD4F1E84D}" srcOrd="0" destOrd="0" presId="urn:microsoft.com/office/officeart/2018/2/layout/IconCircleList"/>
    <dgm:cxn modelId="{BBFF8DC3-BBF5-4BE2-8C98-F62466E9DED2}" type="presOf" srcId="{099C222E-1C70-4701-A627-2D5C4127D078}" destId="{013E9685-FF6B-4D82-A984-3D2DE697268D}" srcOrd="0" destOrd="0" presId="urn:microsoft.com/office/officeart/2018/2/layout/IconCircleList"/>
    <dgm:cxn modelId="{DA9323DD-2053-41BB-95EF-E0DEEAD669CD}" srcId="{F07E5DF5-3D60-48E5-8313-FD3D5F2AD872}" destId="{AFF4CF68-51A4-4B02-8CDD-A2FC5296B08D}" srcOrd="0" destOrd="0" parTransId="{C292AA26-4110-4BEF-A258-09F297A577D8}" sibTransId="{35466138-196D-49A7-8321-7B305F54C059}"/>
    <dgm:cxn modelId="{48666EE0-3623-4519-BE70-78E9F9CAC1A5}" type="presOf" srcId="{AFF4CF68-51A4-4B02-8CDD-A2FC5296B08D}" destId="{29E344BD-5AF3-4486-BA56-E200A9B71FA9}" srcOrd="0" destOrd="0" presId="urn:microsoft.com/office/officeart/2018/2/layout/IconCircleList"/>
    <dgm:cxn modelId="{1994AAEE-FA6A-45EF-8958-7F9AC9261E26}" type="presOf" srcId="{3AE43B06-1FF9-4744-9689-41E47135C01C}" destId="{4B35D6A4-9DB4-4FFB-AF27-410A04D2870B}" srcOrd="0" destOrd="0" presId="urn:microsoft.com/office/officeart/2018/2/layout/IconCircleList"/>
    <dgm:cxn modelId="{2499C6D4-8943-47B7-86A0-9E24E15D320C}" type="presParOf" srcId="{079C23F5-8DFD-4A3F-A25A-55B8653AD3D2}" destId="{2333AFF0-783B-4C53-BB03-C77532EA4147}" srcOrd="0" destOrd="0" presId="urn:microsoft.com/office/officeart/2018/2/layout/IconCircleList"/>
    <dgm:cxn modelId="{A13191B9-A839-46FB-998A-59B6962C2621}" type="presParOf" srcId="{2333AFF0-783B-4C53-BB03-C77532EA4147}" destId="{F00F862F-7B9A-4D52-BEAB-FD3904B56326}" srcOrd="0" destOrd="0" presId="urn:microsoft.com/office/officeart/2018/2/layout/IconCircleList"/>
    <dgm:cxn modelId="{DBB678D2-AEEC-410C-A88D-9A03ACAC06B3}" type="presParOf" srcId="{F00F862F-7B9A-4D52-BEAB-FD3904B56326}" destId="{40EACCD4-B0CB-4520-B9AF-2EBFAAB1F3DB}" srcOrd="0" destOrd="0" presId="urn:microsoft.com/office/officeart/2018/2/layout/IconCircleList"/>
    <dgm:cxn modelId="{3BBBA991-25A4-44BF-A5A8-43FC076D6FB3}" type="presParOf" srcId="{F00F862F-7B9A-4D52-BEAB-FD3904B56326}" destId="{F61AE6EC-3D3D-4E62-A462-E0CAB3F1032F}" srcOrd="1" destOrd="0" presId="urn:microsoft.com/office/officeart/2018/2/layout/IconCircleList"/>
    <dgm:cxn modelId="{AEDE4CE3-45B8-4973-A2BE-941967CBB36C}" type="presParOf" srcId="{F00F862F-7B9A-4D52-BEAB-FD3904B56326}" destId="{A1061958-7910-4D60-9DFC-02DF5F0A26BF}" srcOrd="2" destOrd="0" presId="urn:microsoft.com/office/officeart/2018/2/layout/IconCircleList"/>
    <dgm:cxn modelId="{D4952F76-809C-4BD7-B52F-0A02DBCE762E}" type="presParOf" srcId="{F00F862F-7B9A-4D52-BEAB-FD3904B56326}" destId="{29E344BD-5AF3-4486-BA56-E200A9B71FA9}" srcOrd="3" destOrd="0" presId="urn:microsoft.com/office/officeart/2018/2/layout/IconCircleList"/>
    <dgm:cxn modelId="{734AD4BB-CB79-4A7C-A793-DE1254E84DF2}" type="presParOf" srcId="{2333AFF0-783B-4C53-BB03-C77532EA4147}" destId="{A1FE0ACB-0925-4076-A42F-FC777C96C809}" srcOrd="1" destOrd="0" presId="urn:microsoft.com/office/officeart/2018/2/layout/IconCircleList"/>
    <dgm:cxn modelId="{0EA87226-791A-4A55-8126-91A457D319BA}" type="presParOf" srcId="{2333AFF0-783B-4C53-BB03-C77532EA4147}" destId="{D7A3CCF3-2CFA-448E-8881-D8BF6CA98153}" srcOrd="2" destOrd="0" presId="urn:microsoft.com/office/officeart/2018/2/layout/IconCircleList"/>
    <dgm:cxn modelId="{7328808A-9682-4851-B1EC-180D6FF1152D}" type="presParOf" srcId="{D7A3CCF3-2CFA-448E-8881-D8BF6CA98153}" destId="{73F9A4C0-42D1-481E-B693-0DD169DB490B}" srcOrd="0" destOrd="0" presId="urn:microsoft.com/office/officeart/2018/2/layout/IconCircleList"/>
    <dgm:cxn modelId="{6E55E225-4DD0-428C-86EB-579D472CBC2D}" type="presParOf" srcId="{D7A3CCF3-2CFA-448E-8881-D8BF6CA98153}" destId="{AED79030-8946-46C6-9B1F-3338584A0A82}" srcOrd="1" destOrd="0" presId="urn:microsoft.com/office/officeart/2018/2/layout/IconCircleList"/>
    <dgm:cxn modelId="{B189365D-7887-4883-8A87-57598B0B03F5}" type="presParOf" srcId="{D7A3CCF3-2CFA-448E-8881-D8BF6CA98153}" destId="{56DAA58B-2D47-464C-B88A-5432307589D7}" srcOrd="2" destOrd="0" presId="urn:microsoft.com/office/officeart/2018/2/layout/IconCircleList"/>
    <dgm:cxn modelId="{8F11F0AF-7791-4458-9514-2F4C20BB32FF}" type="presParOf" srcId="{D7A3CCF3-2CFA-448E-8881-D8BF6CA98153}" destId="{8BC0C6BE-34E9-4595-8033-87FDD4F1E84D}" srcOrd="3" destOrd="0" presId="urn:microsoft.com/office/officeart/2018/2/layout/IconCircleList"/>
    <dgm:cxn modelId="{04E39B24-5C37-40D6-B9AA-AF0A5A170C05}" type="presParOf" srcId="{2333AFF0-783B-4C53-BB03-C77532EA4147}" destId="{4B35D6A4-9DB4-4FFB-AF27-410A04D2870B}" srcOrd="3" destOrd="0" presId="urn:microsoft.com/office/officeart/2018/2/layout/IconCircleList"/>
    <dgm:cxn modelId="{3B950F3E-5F93-4C82-9691-B5C4DFD0EBAB}" type="presParOf" srcId="{2333AFF0-783B-4C53-BB03-C77532EA4147}" destId="{80A9FD00-8257-46DB-8FED-D5BDB298303A}" srcOrd="4" destOrd="0" presId="urn:microsoft.com/office/officeart/2018/2/layout/IconCircleList"/>
    <dgm:cxn modelId="{40E06C07-38DE-419F-8665-0A065F9394AD}" type="presParOf" srcId="{80A9FD00-8257-46DB-8FED-D5BDB298303A}" destId="{4B820A33-DC86-4B70-A411-982421736DE2}" srcOrd="0" destOrd="0" presId="urn:microsoft.com/office/officeart/2018/2/layout/IconCircleList"/>
    <dgm:cxn modelId="{D065D8E5-07DB-4D5A-BB00-0D5E92E63D8F}" type="presParOf" srcId="{80A9FD00-8257-46DB-8FED-D5BDB298303A}" destId="{3CFF5E8A-2994-4178-8A2B-D4902916FF62}" srcOrd="1" destOrd="0" presId="urn:microsoft.com/office/officeart/2018/2/layout/IconCircleList"/>
    <dgm:cxn modelId="{02C381E0-081C-481A-AB9F-519046E214FC}" type="presParOf" srcId="{80A9FD00-8257-46DB-8FED-D5BDB298303A}" destId="{FF5677B7-950B-45DF-9DCC-06215E5DA3F8}" srcOrd="2" destOrd="0" presId="urn:microsoft.com/office/officeart/2018/2/layout/IconCircleList"/>
    <dgm:cxn modelId="{1D49BDCD-0CF7-44C3-801E-3482092ABADD}" type="presParOf" srcId="{80A9FD00-8257-46DB-8FED-D5BDB298303A}" destId="{013E9685-FF6B-4D82-A984-3D2DE697268D}" srcOrd="3" destOrd="0" presId="urn:microsoft.com/office/officeart/2018/2/layout/IconCircleList"/>
    <dgm:cxn modelId="{C15E7E02-035A-4E6C-862C-C4FBB5E51561}" type="presParOf" srcId="{2333AFF0-783B-4C53-BB03-C77532EA4147}" destId="{6F83383B-E422-43CE-9FEC-895C651A2ABA}" srcOrd="5" destOrd="0" presId="urn:microsoft.com/office/officeart/2018/2/layout/IconCircleList"/>
    <dgm:cxn modelId="{3C9D8CD6-806C-4B68-A582-5D3593E012CE}" type="presParOf" srcId="{2333AFF0-783B-4C53-BB03-C77532EA4147}" destId="{D1EC6551-6DF9-4D45-88E1-D754B8566D38}" srcOrd="6" destOrd="0" presId="urn:microsoft.com/office/officeart/2018/2/layout/IconCircleList"/>
    <dgm:cxn modelId="{8BC3F9EA-2D08-477B-B411-C2724A800D09}" type="presParOf" srcId="{D1EC6551-6DF9-4D45-88E1-D754B8566D38}" destId="{96A59FC3-87D8-4129-9CD9-F08694DC3A7B}" srcOrd="0" destOrd="0" presId="urn:microsoft.com/office/officeart/2018/2/layout/IconCircleList"/>
    <dgm:cxn modelId="{74437F1D-D38C-410F-B17E-7401583FB9FD}" type="presParOf" srcId="{D1EC6551-6DF9-4D45-88E1-D754B8566D38}" destId="{5B9F4ED0-C4F3-4799-B309-727F22A9EFCF}" srcOrd="1" destOrd="0" presId="urn:microsoft.com/office/officeart/2018/2/layout/IconCircleList"/>
    <dgm:cxn modelId="{6B21C155-55D1-4C61-A427-5DD0FA3B6BEE}" type="presParOf" srcId="{D1EC6551-6DF9-4D45-88E1-D754B8566D38}" destId="{DA29B9A3-E7DF-4FF3-B5B7-968AE8E4A62D}" srcOrd="2" destOrd="0" presId="urn:microsoft.com/office/officeart/2018/2/layout/IconCircleList"/>
    <dgm:cxn modelId="{159699FE-D3E4-43AA-88D1-DA2BAC2001BA}" type="presParOf" srcId="{D1EC6551-6DF9-4D45-88E1-D754B8566D38}" destId="{32CB47ED-ADBC-405D-85CD-4F6460F52833}" srcOrd="3" destOrd="0" presId="urn:microsoft.com/office/officeart/2018/2/layout/IconCircle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FAFA3E6-9477-43AF-B81D-B3976114E514}"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24FA5817-7B8F-4208-8B09-29B341DD41F6}">
      <dgm:prSet/>
      <dgm:spPr/>
      <dgm:t>
        <a:bodyPr/>
        <a:lstStyle/>
        <a:p>
          <a:r>
            <a:rPr lang="en-US" dirty="0"/>
            <a:t>Instead of trying to determine “Eye blinks," we will be more focused in observing whether the eyes are closed, or half closed.</a:t>
          </a:r>
        </a:p>
      </dgm:t>
    </dgm:pt>
    <dgm:pt modelId="{A34C9372-D088-447C-A46F-9559741DBAC8}" type="parTrans" cxnId="{EC3BEA29-AFC6-47C8-89DA-C505B69B77C3}">
      <dgm:prSet/>
      <dgm:spPr/>
      <dgm:t>
        <a:bodyPr/>
        <a:lstStyle/>
        <a:p>
          <a:endParaRPr lang="en-US"/>
        </a:p>
      </dgm:t>
    </dgm:pt>
    <dgm:pt modelId="{13AD0C15-C2F8-4846-A875-2560BA9EF295}" type="sibTrans" cxnId="{EC3BEA29-AFC6-47C8-89DA-C505B69B77C3}">
      <dgm:prSet/>
      <dgm:spPr/>
      <dgm:t>
        <a:bodyPr/>
        <a:lstStyle/>
        <a:p>
          <a:endParaRPr lang="en-US"/>
        </a:p>
      </dgm:t>
    </dgm:pt>
    <dgm:pt modelId="{73AE7DFA-FC81-4725-9801-2A19C82B7934}">
      <dgm:prSet/>
      <dgm:spPr/>
      <dgm:t>
        <a:bodyPr/>
        <a:lstStyle/>
        <a:p>
          <a:r>
            <a:rPr lang="en-US" dirty="0"/>
            <a:t>By using powerful libraries like OpenCV, </a:t>
          </a:r>
          <a:r>
            <a:rPr lang="en-US" dirty="0" err="1"/>
            <a:t>Dlib</a:t>
          </a:r>
          <a:r>
            <a:rPr lang="en-US" dirty="0"/>
            <a:t> and </a:t>
          </a:r>
          <a:r>
            <a:rPr lang="en-US" dirty="0" err="1"/>
            <a:t>MediaPipe</a:t>
          </a:r>
          <a:r>
            <a:rPr lang="en-US" dirty="0"/>
            <a:t> we'll use the observation that "Our eyes close when driver feels sleepy, and half closed when he is drowsy.”</a:t>
          </a:r>
        </a:p>
      </dgm:t>
    </dgm:pt>
    <dgm:pt modelId="{FBBB91E1-97CE-419C-9C0D-C96A68485069}" type="parTrans" cxnId="{BA4EE80E-88FE-4F71-8F5F-819A605B14B4}">
      <dgm:prSet/>
      <dgm:spPr/>
      <dgm:t>
        <a:bodyPr/>
        <a:lstStyle/>
        <a:p>
          <a:endParaRPr lang="en-US"/>
        </a:p>
      </dgm:t>
    </dgm:pt>
    <dgm:pt modelId="{7766012B-9A71-4427-B274-AB105D016581}" type="sibTrans" cxnId="{BA4EE80E-88FE-4F71-8F5F-819A605B14B4}">
      <dgm:prSet/>
      <dgm:spPr/>
      <dgm:t>
        <a:bodyPr/>
        <a:lstStyle/>
        <a:p>
          <a:endParaRPr lang="en-US"/>
        </a:p>
      </dgm:t>
    </dgm:pt>
    <dgm:pt modelId="{315011B8-A6D7-4441-9FD5-D893307BB7BE}">
      <dgm:prSet/>
      <dgm:spPr/>
      <dgm:t>
        <a:bodyPr/>
        <a:lstStyle/>
        <a:p>
          <a:r>
            <a:rPr lang="en-US" dirty="0"/>
            <a:t>The Eye Aspect Ratio (EAR) is the key algorithm that helps determine whether the eyes are closed.</a:t>
          </a:r>
        </a:p>
      </dgm:t>
    </dgm:pt>
    <dgm:pt modelId="{0C6C5C43-8F88-4178-971E-204E07098369}" type="parTrans" cxnId="{E91B8CCE-47BC-4CFB-9C1E-714C1F0D8C53}">
      <dgm:prSet/>
      <dgm:spPr/>
      <dgm:t>
        <a:bodyPr/>
        <a:lstStyle/>
        <a:p>
          <a:endParaRPr lang="en-US"/>
        </a:p>
      </dgm:t>
    </dgm:pt>
    <dgm:pt modelId="{C4DEFC53-50F7-41D2-B858-EC8F6C74D137}" type="sibTrans" cxnId="{E91B8CCE-47BC-4CFB-9C1E-714C1F0D8C53}">
      <dgm:prSet/>
      <dgm:spPr/>
      <dgm:t>
        <a:bodyPr/>
        <a:lstStyle/>
        <a:p>
          <a:endParaRPr lang="en-US"/>
        </a:p>
      </dgm:t>
    </dgm:pt>
    <dgm:pt modelId="{65800C56-7C00-483B-91F5-2A31B52A2ADF}" type="pres">
      <dgm:prSet presAssocID="{8FAFA3E6-9477-43AF-B81D-B3976114E514}" presName="root" presStyleCnt="0">
        <dgm:presLayoutVars>
          <dgm:dir/>
          <dgm:resizeHandles val="exact"/>
        </dgm:presLayoutVars>
      </dgm:prSet>
      <dgm:spPr/>
    </dgm:pt>
    <dgm:pt modelId="{66CA7604-7446-4E66-B30A-ABAEE0FAA639}" type="pres">
      <dgm:prSet presAssocID="{24FA5817-7B8F-4208-8B09-29B341DD41F6}" presName="compNode" presStyleCnt="0"/>
      <dgm:spPr/>
    </dgm:pt>
    <dgm:pt modelId="{FFF9B6E0-7BED-487E-8FD8-090959DEFC5B}" type="pres">
      <dgm:prSet presAssocID="{24FA5817-7B8F-4208-8B09-29B341DD41F6}" presName="bgRect" presStyleLbl="bgShp" presStyleIdx="0" presStyleCnt="3"/>
      <dgm:spPr/>
    </dgm:pt>
    <dgm:pt modelId="{22BED871-F982-46FF-8AC7-4C5E83D0D777}" type="pres">
      <dgm:prSet presAssocID="{24FA5817-7B8F-4208-8B09-29B341DD41F6}"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yes"/>
        </a:ext>
      </dgm:extLst>
    </dgm:pt>
    <dgm:pt modelId="{741D97F5-2540-4A9F-AA5A-86B774FFD89F}" type="pres">
      <dgm:prSet presAssocID="{24FA5817-7B8F-4208-8B09-29B341DD41F6}" presName="spaceRect" presStyleCnt="0"/>
      <dgm:spPr/>
    </dgm:pt>
    <dgm:pt modelId="{13EE2671-07C9-41BB-BE6F-5D8EBC506671}" type="pres">
      <dgm:prSet presAssocID="{24FA5817-7B8F-4208-8B09-29B341DD41F6}" presName="parTx" presStyleLbl="revTx" presStyleIdx="0" presStyleCnt="3">
        <dgm:presLayoutVars>
          <dgm:chMax val="0"/>
          <dgm:chPref val="0"/>
        </dgm:presLayoutVars>
      </dgm:prSet>
      <dgm:spPr/>
    </dgm:pt>
    <dgm:pt modelId="{43E22596-882B-4F90-BED2-5D568760BF58}" type="pres">
      <dgm:prSet presAssocID="{13AD0C15-C2F8-4846-A875-2560BA9EF295}" presName="sibTrans" presStyleCnt="0"/>
      <dgm:spPr/>
    </dgm:pt>
    <dgm:pt modelId="{4C8D6CA4-7F01-4E39-82D6-9A47E38E9CD5}" type="pres">
      <dgm:prSet presAssocID="{73AE7DFA-FC81-4725-9801-2A19C82B7934}" presName="compNode" presStyleCnt="0"/>
      <dgm:spPr/>
    </dgm:pt>
    <dgm:pt modelId="{2000D786-4ABA-4D91-86A7-113BA195A658}" type="pres">
      <dgm:prSet presAssocID="{73AE7DFA-FC81-4725-9801-2A19C82B7934}" presName="bgRect" presStyleLbl="bgShp" presStyleIdx="1" presStyleCnt="3"/>
      <dgm:spPr/>
    </dgm:pt>
    <dgm:pt modelId="{93F4D9F2-E4E5-4C8E-BCA0-4198FDB9759C}" type="pres">
      <dgm:prSet presAssocID="{73AE7DFA-FC81-4725-9801-2A19C82B793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nnections"/>
        </a:ext>
      </dgm:extLst>
    </dgm:pt>
    <dgm:pt modelId="{8C49093C-FE94-4AF0-8451-5ECABB0D250B}" type="pres">
      <dgm:prSet presAssocID="{73AE7DFA-FC81-4725-9801-2A19C82B7934}" presName="spaceRect" presStyleCnt="0"/>
      <dgm:spPr/>
    </dgm:pt>
    <dgm:pt modelId="{ACE03A6C-3121-4768-8CF9-6E85D88C8EEA}" type="pres">
      <dgm:prSet presAssocID="{73AE7DFA-FC81-4725-9801-2A19C82B7934}" presName="parTx" presStyleLbl="revTx" presStyleIdx="1" presStyleCnt="3">
        <dgm:presLayoutVars>
          <dgm:chMax val="0"/>
          <dgm:chPref val="0"/>
        </dgm:presLayoutVars>
      </dgm:prSet>
      <dgm:spPr/>
    </dgm:pt>
    <dgm:pt modelId="{F9C52874-9523-4CA8-A280-9612242E48BD}" type="pres">
      <dgm:prSet presAssocID="{7766012B-9A71-4427-B274-AB105D016581}" presName="sibTrans" presStyleCnt="0"/>
      <dgm:spPr/>
    </dgm:pt>
    <dgm:pt modelId="{B70C25B5-E3A5-4FD1-A9E8-550DC0D9386E}" type="pres">
      <dgm:prSet presAssocID="{315011B8-A6D7-4441-9FD5-D893307BB7BE}" presName="compNode" presStyleCnt="0"/>
      <dgm:spPr/>
    </dgm:pt>
    <dgm:pt modelId="{1A43D12C-E4F4-484C-BEE9-00BDFBA464EB}" type="pres">
      <dgm:prSet presAssocID="{315011B8-A6D7-4441-9FD5-D893307BB7BE}" presName="bgRect" presStyleLbl="bgShp" presStyleIdx="2" presStyleCnt="3"/>
      <dgm:spPr/>
    </dgm:pt>
    <dgm:pt modelId="{6EC74AA2-B31B-4984-B5BE-CB4AD783DB2E}" type="pres">
      <dgm:prSet presAssocID="{315011B8-A6D7-4441-9FD5-D893307BB7B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alculator"/>
        </a:ext>
      </dgm:extLst>
    </dgm:pt>
    <dgm:pt modelId="{5A0168D2-CCBC-48BC-B18A-3ACB8CF7A624}" type="pres">
      <dgm:prSet presAssocID="{315011B8-A6D7-4441-9FD5-D893307BB7BE}" presName="spaceRect" presStyleCnt="0"/>
      <dgm:spPr/>
    </dgm:pt>
    <dgm:pt modelId="{6AE2F91C-0793-43C6-A67A-0FDEF676DB6C}" type="pres">
      <dgm:prSet presAssocID="{315011B8-A6D7-4441-9FD5-D893307BB7BE}" presName="parTx" presStyleLbl="revTx" presStyleIdx="2" presStyleCnt="3">
        <dgm:presLayoutVars>
          <dgm:chMax val="0"/>
          <dgm:chPref val="0"/>
        </dgm:presLayoutVars>
      </dgm:prSet>
      <dgm:spPr/>
    </dgm:pt>
  </dgm:ptLst>
  <dgm:cxnLst>
    <dgm:cxn modelId="{84E97D0E-C2CB-4264-9876-169B845D0253}" type="presOf" srcId="{315011B8-A6D7-4441-9FD5-D893307BB7BE}" destId="{6AE2F91C-0793-43C6-A67A-0FDEF676DB6C}" srcOrd="0" destOrd="0" presId="urn:microsoft.com/office/officeart/2018/2/layout/IconVerticalSolidList"/>
    <dgm:cxn modelId="{BA4EE80E-88FE-4F71-8F5F-819A605B14B4}" srcId="{8FAFA3E6-9477-43AF-B81D-B3976114E514}" destId="{73AE7DFA-FC81-4725-9801-2A19C82B7934}" srcOrd="1" destOrd="0" parTransId="{FBBB91E1-97CE-419C-9C0D-C96A68485069}" sibTransId="{7766012B-9A71-4427-B274-AB105D016581}"/>
    <dgm:cxn modelId="{084F6629-3EDD-4DA8-A867-486DB87ACC8D}" type="presOf" srcId="{24FA5817-7B8F-4208-8B09-29B341DD41F6}" destId="{13EE2671-07C9-41BB-BE6F-5D8EBC506671}" srcOrd="0" destOrd="0" presId="urn:microsoft.com/office/officeart/2018/2/layout/IconVerticalSolidList"/>
    <dgm:cxn modelId="{EC3BEA29-AFC6-47C8-89DA-C505B69B77C3}" srcId="{8FAFA3E6-9477-43AF-B81D-B3976114E514}" destId="{24FA5817-7B8F-4208-8B09-29B341DD41F6}" srcOrd="0" destOrd="0" parTransId="{A34C9372-D088-447C-A46F-9559741DBAC8}" sibTransId="{13AD0C15-C2F8-4846-A875-2560BA9EF295}"/>
    <dgm:cxn modelId="{B093505D-2C7E-44F6-82D5-EA077AA28F66}" type="presOf" srcId="{8FAFA3E6-9477-43AF-B81D-B3976114E514}" destId="{65800C56-7C00-483B-91F5-2A31B52A2ADF}" srcOrd="0" destOrd="0" presId="urn:microsoft.com/office/officeart/2018/2/layout/IconVerticalSolidList"/>
    <dgm:cxn modelId="{5640AB9C-02C2-4785-AE56-CAB28CEE30A0}" type="presOf" srcId="{73AE7DFA-FC81-4725-9801-2A19C82B7934}" destId="{ACE03A6C-3121-4768-8CF9-6E85D88C8EEA}" srcOrd="0" destOrd="0" presId="urn:microsoft.com/office/officeart/2018/2/layout/IconVerticalSolidList"/>
    <dgm:cxn modelId="{E91B8CCE-47BC-4CFB-9C1E-714C1F0D8C53}" srcId="{8FAFA3E6-9477-43AF-B81D-B3976114E514}" destId="{315011B8-A6D7-4441-9FD5-D893307BB7BE}" srcOrd="2" destOrd="0" parTransId="{0C6C5C43-8F88-4178-971E-204E07098369}" sibTransId="{C4DEFC53-50F7-41D2-B858-EC8F6C74D137}"/>
    <dgm:cxn modelId="{68094E1C-D9D1-4D7F-9F97-D8E106E7A24E}" type="presParOf" srcId="{65800C56-7C00-483B-91F5-2A31B52A2ADF}" destId="{66CA7604-7446-4E66-B30A-ABAEE0FAA639}" srcOrd="0" destOrd="0" presId="urn:microsoft.com/office/officeart/2018/2/layout/IconVerticalSolidList"/>
    <dgm:cxn modelId="{D1D67107-3F11-43FC-B2E2-B1A9698E906C}" type="presParOf" srcId="{66CA7604-7446-4E66-B30A-ABAEE0FAA639}" destId="{FFF9B6E0-7BED-487E-8FD8-090959DEFC5B}" srcOrd="0" destOrd="0" presId="urn:microsoft.com/office/officeart/2018/2/layout/IconVerticalSolidList"/>
    <dgm:cxn modelId="{7003A294-97C1-4C71-8ADB-3B9B24C61678}" type="presParOf" srcId="{66CA7604-7446-4E66-B30A-ABAEE0FAA639}" destId="{22BED871-F982-46FF-8AC7-4C5E83D0D777}" srcOrd="1" destOrd="0" presId="urn:microsoft.com/office/officeart/2018/2/layout/IconVerticalSolidList"/>
    <dgm:cxn modelId="{0071F80D-B5EE-4CE7-A250-442A051A0D78}" type="presParOf" srcId="{66CA7604-7446-4E66-B30A-ABAEE0FAA639}" destId="{741D97F5-2540-4A9F-AA5A-86B774FFD89F}" srcOrd="2" destOrd="0" presId="urn:microsoft.com/office/officeart/2018/2/layout/IconVerticalSolidList"/>
    <dgm:cxn modelId="{06389040-6D9B-476C-96E3-2844056D64C6}" type="presParOf" srcId="{66CA7604-7446-4E66-B30A-ABAEE0FAA639}" destId="{13EE2671-07C9-41BB-BE6F-5D8EBC506671}" srcOrd="3" destOrd="0" presId="urn:microsoft.com/office/officeart/2018/2/layout/IconVerticalSolidList"/>
    <dgm:cxn modelId="{82D8C473-2072-4A37-9491-2E84867976F9}" type="presParOf" srcId="{65800C56-7C00-483B-91F5-2A31B52A2ADF}" destId="{43E22596-882B-4F90-BED2-5D568760BF58}" srcOrd="1" destOrd="0" presId="urn:microsoft.com/office/officeart/2018/2/layout/IconVerticalSolidList"/>
    <dgm:cxn modelId="{921F78EE-4890-45AE-A65F-FF3C462D1F85}" type="presParOf" srcId="{65800C56-7C00-483B-91F5-2A31B52A2ADF}" destId="{4C8D6CA4-7F01-4E39-82D6-9A47E38E9CD5}" srcOrd="2" destOrd="0" presId="urn:microsoft.com/office/officeart/2018/2/layout/IconVerticalSolidList"/>
    <dgm:cxn modelId="{95BDD39D-28C6-4487-B2A3-F723D622372D}" type="presParOf" srcId="{4C8D6CA4-7F01-4E39-82D6-9A47E38E9CD5}" destId="{2000D786-4ABA-4D91-86A7-113BA195A658}" srcOrd="0" destOrd="0" presId="urn:microsoft.com/office/officeart/2018/2/layout/IconVerticalSolidList"/>
    <dgm:cxn modelId="{CD50AAC4-96C2-4FE8-9619-5026CE6ED972}" type="presParOf" srcId="{4C8D6CA4-7F01-4E39-82D6-9A47E38E9CD5}" destId="{93F4D9F2-E4E5-4C8E-BCA0-4198FDB9759C}" srcOrd="1" destOrd="0" presId="urn:microsoft.com/office/officeart/2018/2/layout/IconVerticalSolidList"/>
    <dgm:cxn modelId="{CA7AB1F6-99B2-447F-B10A-44933C9DD8CA}" type="presParOf" srcId="{4C8D6CA4-7F01-4E39-82D6-9A47E38E9CD5}" destId="{8C49093C-FE94-4AF0-8451-5ECABB0D250B}" srcOrd="2" destOrd="0" presId="urn:microsoft.com/office/officeart/2018/2/layout/IconVerticalSolidList"/>
    <dgm:cxn modelId="{A3EE3505-8ADE-4B80-9985-BC57212AE50D}" type="presParOf" srcId="{4C8D6CA4-7F01-4E39-82D6-9A47E38E9CD5}" destId="{ACE03A6C-3121-4768-8CF9-6E85D88C8EEA}" srcOrd="3" destOrd="0" presId="urn:microsoft.com/office/officeart/2018/2/layout/IconVerticalSolidList"/>
    <dgm:cxn modelId="{D71D5087-A638-4F7F-B483-E42844D31059}" type="presParOf" srcId="{65800C56-7C00-483B-91F5-2A31B52A2ADF}" destId="{F9C52874-9523-4CA8-A280-9612242E48BD}" srcOrd="3" destOrd="0" presId="urn:microsoft.com/office/officeart/2018/2/layout/IconVerticalSolidList"/>
    <dgm:cxn modelId="{6B0A2E03-E1BC-444E-934C-A3FB9670EEE6}" type="presParOf" srcId="{65800C56-7C00-483B-91F5-2A31B52A2ADF}" destId="{B70C25B5-E3A5-4FD1-A9E8-550DC0D9386E}" srcOrd="4" destOrd="0" presId="urn:microsoft.com/office/officeart/2018/2/layout/IconVerticalSolidList"/>
    <dgm:cxn modelId="{4B62FE0C-C0AF-4339-A0AE-95D60CFB7CA4}" type="presParOf" srcId="{B70C25B5-E3A5-4FD1-A9E8-550DC0D9386E}" destId="{1A43D12C-E4F4-484C-BEE9-00BDFBA464EB}" srcOrd="0" destOrd="0" presId="urn:microsoft.com/office/officeart/2018/2/layout/IconVerticalSolidList"/>
    <dgm:cxn modelId="{8340DACA-3CF4-4507-BD99-10CAE9D54A3E}" type="presParOf" srcId="{B70C25B5-E3A5-4FD1-A9E8-550DC0D9386E}" destId="{6EC74AA2-B31B-4984-B5BE-CB4AD783DB2E}" srcOrd="1" destOrd="0" presId="urn:microsoft.com/office/officeart/2018/2/layout/IconVerticalSolidList"/>
    <dgm:cxn modelId="{B35267FB-A971-4F57-AF6F-0CFEF9FAE0F9}" type="presParOf" srcId="{B70C25B5-E3A5-4FD1-A9E8-550DC0D9386E}" destId="{5A0168D2-CCBC-48BC-B18A-3ACB8CF7A624}" srcOrd="2" destOrd="0" presId="urn:microsoft.com/office/officeart/2018/2/layout/IconVerticalSolidList"/>
    <dgm:cxn modelId="{4F44E594-F0F2-4637-B321-808CC93EA920}" type="presParOf" srcId="{B70C25B5-E3A5-4FD1-A9E8-550DC0D9386E}" destId="{6AE2F91C-0793-43C6-A67A-0FDEF676DB6C}"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AD9CB92-B8C8-4664-8F8A-29A0D67CE51D}" type="doc">
      <dgm:prSet loTypeId="urn:microsoft.com/office/officeart/2018/2/layout/IconCircleList" loCatId="icon" qsTypeId="urn:microsoft.com/office/officeart/2005/8/quickstyle/simple1" qsCatId="simple" csTypeId="urn:microsoft.com/office/officeart/2018/5/colors/Iconchunking_neutralicon_colorful5" csCatId="colorful" phldr="1"/>
      <dgm:spPr/>
      <dgm:t>
        <a:bodyPr/>
        <a:lstStyle/>
        <a:p>
          <a:endParaRPr lang="en-US"/>
        </a:p>
      </dgm:t>
    </dgm:pt>
    <dgm:pt modelId="{22DDA0BA-757A-418F-9083-25C3BDE89994}">
      <dgm:prSet/>
      <dgm:spPr/>
      <dgm:t>
        <a:bodyPr/>
        <a:lstStyle/>
        <a:p>
          <a:r>
            <a:rPr lang="en-US" dirty="0"/>
            <a:t>OpenCV : OpenCV is a well-known open-source library that offers many tools and functions for processing images and videos. It provides a wide range of features for feature recognition, computer vision techniques, and picture editing. </a:t>
          </a:r>
        </a:p>
      </dgm:t>
    </dgm:pt>
    <dgm:pt modelId="{5B9F8FC0-545A-4BF3-AF32-B135154FEC1D}" type="parTrans" cxnId="{2272C620-5DF4-40BE-9277-2ADE2558B03F}">
      <dgm:prSet/>
      <dgm:spPr/>
      <dgm:t>
        <a:bodyPr/>
        <a:lstStyle/>
        <a:p>
          <a:endParaRPr lang="en-US"/>
        </a:p>
      </dgm:t>
    </dgm:pt>
    <dgm:pt modelId="{B2146817-3C59-40E8-BDB4-1CA87D3E6709}" type="sibTrans" cxnId="{2272C620-5DF4-40BE-9277-2ADE2558B03F}">
      <dgm:prSet/>
      <dgm:spPr/>
      <dgm:t>
        <a:bodyPr/>
        <a:lstStyle/>
        <a:p>
          <a:endParaRPr lang="en-US"/>
        </a:p>
      </dgm:t>
    </dgm:pt>
    <dgm:pt modelId="{508A46BD-EBC9-4C9E-84DD-3BA1FC666841}">
      <dgm:prSet/>
      <dgm:spPr/>
      <dgm:t>
        <a:bodyPr/>
        <a:lstStyle/>
        <a:p>
          <a:r>
            <a:rPr lang="en-US"/>
            <a:t>Dlib : It provides reliable facial landmark detection, which is essential. It enables precise tracking of facial expressions and eye movements by recognising important face landmarks including the eyes and lips. This knowledge is essential for identifying drowsy symptoms.</a:t>
          </a:r>
        </a:p>
      </dgm:t>
    </dgm:pt>
    <dgm:pt modelId="{9CD36BFD-F210-4510-81C4-7D600211D191}" type="parTrans" cxnId="{04FF5B40-6EEE-4937-9BD4-650243879A97}">
      <dgm:prSet/>
      <dgm:spPr/>
      <dgm:t>
        <a:bodyPr/>
        <a:lstStyle/>
        <a:p>
          <a:endParaRPr lang="en-US"/>
        </a:p>
      </dgm:t>
    </dgm:pt>
    <dgm:pt modelId="{86B27592-E111-4C01-90F6-D0A83AA423E8}" type="sibTrans" cxnId="{04FF5B40-6EEE-4937-9BD4-650243879A97}">
      <dgm:prSet/>
      <dgm:spPr/>
      <dgm:t>
        <a:bodyPr/>
        <a:lstStyle/>
        <a:p>
          <a:endParaRPr lang="en-US"/>
        </a:p>
      </dgm:t>
    </dgm:pt>
    <dgm:pt modelId="{7F6DED45-7C58-4FF1-BBE8-4741CB5A3CDF}">
      <dgm:prSet/>
      <dgm:spPr/>
      <dgm:t>
        <a:bodyPr/>
        <a:lstStyle/>
        <a:p>
          <a:r>
            <a:rPr lang="en-US"/>
            <a:t>MediaPipe: It include modules like FaceMesh, which, in conjunction with other features like position estimation and gesture recognition, can be used for sleep detection systems. FaceMesh also can monitor facial landmarks.</a:t>
          </a:r>
        </a:p>
      </dgm:t>
    </dgm:pt>
    <dgm:pt modelId="{224F127D-350B-4F12-8789-A7EFB3153AAA}" type="parTrans" cxnId="{4EC43CB4-8B38-489B-A139-9B34FF432936}">
      <dgm:prSet/>
      <dgm:spPr/>
      <dgm:t>
        <a:bodyPr/>
        <a:lstStyle/>
        <a:p>
          <a:endParaRPr lang="en-US"/>
        </a:p>
      </dgm:t>
    </dgm:pt>
    <dgm:pt modelId="{85E818D6-4CD2-4795-8144-72C2DD717E4E}" type="sibTrans" cxnId="{4EC43CB4-8B38-489B-A139-9B34FF432936}">
      <dgm:prSet/>
      <dgm:spPr/>
      <dgm:t>
        <a:bodyPr/>
        <a:lstStyle/>
        <a:p>
          <a:endParaRPr lang="en-US"/>
        </a:p>
      </dgm:t>
    </dgm:pt>
    <dgm:pt modelId="{6F0BE1AE-661C-4032-98D6-D11D877DC245}">
      <dgm:prSet/>
      <dgm:spPr/>
      <dgm:t>
        <a:bodyPr/>
        <a:lstStyle/>
        <a:p>
          <a:r>
            <a:rPr lang="en-US"/>
            <a:t>Facemesh : It offers a rich network of facial landmarks, such as the corners and lids of the eyes. Also, it makes it possible to precisely track eye movements and identify blinks.</a:t>
          </a:r>
        </a:p>
      </dgm:t>
    </dgm:pt>
    <dgm:pt modelId="{CA1267B8-130B-4B4D-B0FA-C74CEACB1FE8}" type="parTrans" cxnId="{D8DF4624-E60D-4725-A195-2D3032507029}">
      <dgm:prSet/>
      <dgm:spPr/>
      <dgm:t>
        <a:bodyPr/>
        <a:lstStyle/>
        <a:p>
          <a:endParaRPr lang="en-US"/>
        </a:p>
      </dgm:t>
    </dgm:pt>
    <dgm:pt modelId="{540B220C-8DB4-460C-87EE-6C40D02B78CA}" type="sibTrans" cxnId="{D8DF4624-E60D-4725-A195-2D3032507029}">
      <dgm:prSet/>
      <dgm:spPr/>
      <dgm:t>
        <a:bodyPr/>
        <a:lstStyle/>
        <a:p>
          <a:endParaRPr lang="en-US"/>
        </a:p>
      </dgm:t>
    </dgm:pt>
    <dgm:pt modelId="{3BB2B38B-ED59-419A-A686-EF0490BF173E}" type="pres">
      <dgm:prSet presAssocID="{CAD9CB92-B8C8-4664-8F8A-29A0D67CE51D}" presName="root" presStyleCnt="0">
        <dgm:presLayoutVars>
          <dgm:dir/>
          <dgm:resizeHandles val="exact"/>
        </dgm:presLayoutVars>
      </dgm:prSet>
      <dgm:spPr/>
    </dgm:pt>
    <dgm:pt modelId="{B667D3AF-2254-4460-AD26-ECE1080DBD53}" type="pres">
      <dgm:prSet presAssocID="{CAD9CB92-B8C8-4664-8F8A-29A0D67CE51D}" presName="container" presStyleCnt="0">
        <dgm:presLayoutVars>
          <dgm:dir/>
          <dgm:resizeHandles val="exact"/>
        </dgm:presLayoutVars>
      </dgm:prSet>
      <dgm:spPr/>
    </dgm:pt>
    <dgm:pt modelId="{D222F374-B835-4507-9673-C91847D4C2DE}" type="pres">
      <dgm:prSet presAssocID="{22DDA0BA-757A-418F-9083-25C3BDE89994}" presName="compNode" presStyleCnt="0"/>
      <dgm:spPr/>
    </dgm:pt>
    <dgm:pt modelId="{7984A39F-85A1-4430-9884-5BE479F79CE5}" type="pres">
      <dgm:prSet presAssocID="{22DDA0BA-757A-418F-9083-25C3BDE89994}" presName="iconBgRect" presStyleLbl="bgShp" presStyleIdx="0" presStyleCnt="4"/>
      <dgm:spPr/>
    </dgm:pt>
    <dgm:pt modelId="{C144BF60-0ACA-4D4A-BD68-58338D5604DD}" type="pres">
      <dgm:prSet presAssocID="{22DDA0BA-757A-418F-9083-25C3BDE89994}"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ooks on Shelf"/>
        </a:ext>
      </dgm:extLst>
    </dgm:pt>
    <dgm:pt modelId="{1735C8BF-F6E8-4575-B0BB-EB53579911A4}" type="pres">
      <dgm:prSet presAssocID="{22DDA0BA-757A-418F-9083-25C3BDE89994}" presName="spaceRect" presStyleCnt="0"/>
      <dgm:spPr/>
    </dgm:pt>
    <dgm:pt modelId="{C85A0CB9-B6A3-400E-8EBB-E506E75D95D2}" type="pres">
      <dgm:prSet presAssocID="{22DDA0BA-757A-418F-9083-25C3BDE89994}" presName="textRect" presStyleLbl="revTx" presStyleIdx="0" presStyleCnt="4">
        <dgm:presLayoutVars>
          <dgm:chMax val="1"/>
          <dgm:chPref val="1"/>
        </dgm:presLayoutVars>
      </dgm:prSet>
      <dgm:spPr/>
    </dgm:pt>
    <dgm:pt modelId="{0ECE7ACB-90D6-4B78-9CD0-3728CB28F67A}" type="pres">
      <dgm:prSet presAssocID="{B2146817-3C59-40E8-BDB4-1CA87D3E6709}" presName="sibTrans" presStyleLbl="sibTrans2D1" presStyleIdx="0" presStyleCnt="0"/>
      <dgm:spPr/>
    </dgm:pt>
    <dgm:pt modelId="{2E86BD18-DFCF-4242-B32D-782142FAEB03}" type="pres">
      <dgm:prSet presAssocID="{508A46BD-EBC9-4C9E-84DD-3BA1FC666841}" presName="compNode" presStyleCnt="0"/>
      <dgm:spPr/>
    </dgm:pt>
    <dgm:pt modelId="{86B75CA3-6DD1-4CFE-A1B6-3D6386BAC402}" type="pres">
      <dgm:prSet presAssocID="{508A46BD-EBC9-4C9E-84DD-3BA1FC666841}" presName="iconBgRect" presStyleLbl="bgShp" presStyleIdx="1" presStyleCnt="4"/>
      <dgm:spPr/>
    </dgm:pt>
    <dgm:pt modelId="{E632F3D3-881F-4515-93E4-CAB24A4596E1}" type="pres">
      <dgm:prSet presAssocID="{508A46BD-EBC9-4C9E-84DD-3BA1FC666841}"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Eyes"/>
        </a:ext>
      </dgm:extLst>
    </dgm:pt>
    <dgm:pt modelId="{FF8DBF77-40C7-4D61-94D9-18D7AB3A1464}" type="pres">
      <dgm:prSet presAssocID="{508A46BD-EBC9-4C9E-84DD-3BA1FC666841}" presName="spaceRect" presStyleCnt="0"/>
      <dgm:spPr/>
    </dgm:pt>
    <dgm:pt modelId="{C5F5E911-D029-4DA3-BD8D-CEA425BBFC9D}" type="pres">
      <dgm:prSet presAssocID="{508A46BD-EBC9-4C9E-84DD-3BA1FC666841}" presName="textRect" presStyleLbl="revTx" presStyleIdx="1" presStyleCnt="4">
        <dgm:presLayoutVars>
          <dgm:chMax val="1"/>
          <dgm:chPref val="1"/>
        </dgm:presLayoutVars>
      </dgm:prSet>
      <dgm:spPr/>
    </dgm:pt>
    <dgm:pt modelId="{F6B8054D-267F-4439-9EA5-FAA6D6862BC6}" type="pres">
      <dgm:prSet presAssocID="{86B27592-E111-4C01-90F6-D0A83AA423E8}" presName="sibTrans" presStyleLbl="sibTrans2D1" presStyleIdx="0" presStyleCnt="0"/>
      <dgm:spPr/>
    </dgm:pt>
    <dgm:pt modelId="{53D8C8EC-C6DE-497A-A19A-CE4029F6CE2B}" type="pres">
      <dgm:prSet presAssocID="{7F6DED45-7C58-4FF1-BBE8-4741CB5A3CDF}" presName="compNode" presStyleCnt="0"/>
      <dgm:spPr/>
    </dgm:pt>
    <dgm:pt modelId="{160E1810-710C-4DCC-BCD5-0B00CADC54A9}" type="pres">
      <dgm:prSet presAssocID="{7F6DED45-7C58-4FF1-BBE8-4741CB5A3CDF}" presName="iconBgRect" presStyleLbl="bgShp" presStyleIdx="2" presStyleCnt="4"/>
      <dgm:spPr/>
    </dgm:pt>
    <dgm:pt modelId="{91638BBB-EB54-486F-9148-A93AED2D1140}" type="pres">
      <dgm:prSet presAssocID="{7F6DED45-7C58-4FF1-BBE8-4741CB5A3CDF}"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cessor"/>
        </a:ext>
      </dgm:extLst>
    </dgm:pt>
    <dgm:pt modelId="{2374CE60-B8A6-4465-9453-6ECF3D1480B4}" type="pres">
      <dgm:prSet presAssocID="{7F6DED45-7C58-4FF1-BBE8-4741CB5A3CDF}" presName="spaceRect" presStyleCnt="0"/>
      <dgm:spPr/>
    </dgm:pt>
    <dgm:pt modelId="{8D61D86C-1300-4924-81FD-F75375DF4D06}" type="pres">
      <dgm:prSet presAssocID="{7F6DED45-7C58-4FF1-BBE8-4741CB5A3CDF}" presName="textRect" presStyleLbl="revTx" presStyleIdx="2" presStyleCnt="4">
        <dgm:presLayoutVars>
          <dgm:chMax val="1"/>
          <dgm:chPref val="1"/>
        </dgm:presLayoutVars>
      </dgm:prSet>
      <dgm:spPr/>
    </dgm:pt>
    <dgm:pt modelId="{88A2DE95-1BA7-46CD-A209-9D1346DD400F}" type="pres">
      <dgm:prSet presAssocID="{85E818D6-4CD2-4795-8144-72C2DD717E4E}" presName="sibTrans" presStyleLbl="sibTrans2D1" presStyleIdx="0" presStyleCnt="0"/>
      <dgm:spPr/>
    </dgm:pt>
    <dgm:pt modelId="{77641741-9281-4EA5-B4A2-EA639F8E4209}" type="pres">
      <dgm:prSet presAssocID="{6F0BE1AE-661C-4032-98D6-D11D877DC245}" presName="compNode" presStyleCnt="0"/>
      <dgm:spPr/>
    </dgm:pt>
    <dgm:pt modelId="{39AC68F5-4CA4-4D79-A409-EEAD6BB73A59}" type="pres">
      <dgm:prSet presAssocID="{6F0BE1AE-661C-4032-98D6-D11D877DC245}" presName="iconBgRect" presStyleLbl="bgShp" presStyleIdx="3" presStyleCnt="4"/>
      <dgm:spPr/>
    </dgm:pt>
    <dgm:pt modelId="{AF4E9CF1-5A10-4157-9537-9BDBE5AEAC5A}" type="pres">
      <dgm:prSet presAssocID="{6F0BE1AE-661C-4032-98D6-D11D877DC245}"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Lashes"/>
        </a:ext>
      </dgm:extLst>
    </dgm:pt>
    <dgm:pt modelId="{64FF4951-7086-42EE-B382-C3CB0CEB1BCF}" type="pres">
      <dgm:prSet presAssocID="{6F0BE1AE-661C-4032-98D6-D11D877DC245}" presName="spaceRect" presStyleCnt="0"/>
      <dgm:spPr/>
    </dgm:pt>
    <dgm:pt modelId="{AE2F2FD5-0FDD-4FF8-81E2-9C336A7E5AD8}" type="pres">
      <dgm:prSet presAssocID="{6F0BE1AE-661C-4032-98D6-D11D877DC245}" presName="textRect" presStyleLbl="revTx" presStyleIdx="3" presStyleCnt="4">
        <dgm:presLayoutVars>
          <dgm:chMax val="1"/>
          <dgm:chPref val="1"/>
        </dgm:presLayoutVars>
      </dgm:prSet>
      <dgm:spPr/>
    </dgm:pt>
  </dgm:ptLst>
  <dgm:cxnLst>
    <dgm:cxn modelId="{2272C620-5DF4-40BE-9277-2ADE2558B03F}" srcId="{CAD9CB92-B8C8-4664-8F8A-29A0D67CE51D}" destId="{22DDA0BA-757A-418F-9083-25C3BDE89994}" srcOrd="0" destOrd="0" parTransId="{5B9F8FC0-545A-4BF3-AF32-B135154FEC1D}" sibTransId="{B2146817-3C59-40E8-BDB4-1CA87D3E6709}"/>
    <dgm:cxn modelId="{D8DF4624-E60D-4725-A195-2D3032507029}" srcId="{CAD9CB92-B8C8-4664-8F8A-29A0D67CE51D}" destId="{6F0BE1AE-661C-4032-98D6-D11D877DC245}" srcOrd="3" destOrd="0" parTransId="{CA1267B8-130B-4B4D-B0FA-C74CEACB1FE8}" sibTransId="{540B220C-8DB4-460C-87EE-6C40D02B78CA}"/>
    <dgm:cxn modelId="{04FF5B40-6EEE-4937-9BD4-650243879A97}" srcId="{CAD9CB92-B8C8-4664-8F8A-29A0D67CE51D}" destId="{508A46BD-EBC9-4C9E-84DD-3BA1FC666841}" srcOrd="1" destOrd="0" parTransId="{9CD36BFD-F210-4510-81C4-7D600211D191}" sibTransId="{86B27592-E111-4C01-90F6-D0A83AA423E8}"/>
    <dgm:cxn modelId="{BFA78F6E-AF57-43C4-8540-1CD36005AD50}" type="presOf" srcId="{508A46BD-EBC9-4C9E-84DD-3BA1FC666841}" destId="{C5F5E911-D029-4DA3-BD8D-CEA425BBFC9D}" srcOrd="0" destOrd="0" presId="urn:microsoft.com/office/officeart/2018/2/layout/IconCircleList"/>
    <dgm:cxn modelId="{E3447379-0619-4DB6-ABFC-98A5980EE340}" type="presOf" srcId="{CAD9CB92-B8C8-4664-8F8A-29A0D67CE51D}" destId="{3BB2B38B-ED59-419A-A686-EF0490BF173E}" srcOrd="0" destOrd="0" presId="urn:microsoft.com/office/officeart/2018/2/layout/IconCircleList"/>
    <dgm:cxn modelId="{9F5CC8AA-F480-4061-B828-0DE135A1FD35}" type="presOf" srcId="{22DDA0BA-757A-418F-9083-25C3BDE89994}" destId="{C85A0CB9-B6A3-400E-8EBB-E506E75D95D2}" srcOrd="0" destOrd="0" presId="urn:microsoft.com/office/officeart/2018/2/layout/IconCircleList"/>
    <dgm:cxn modelId="{FD85A9B0-2BFC-4A78-B615-C011BE0ECF48}" type="presOf" srcId="{B2146817-3C59-40E8-BDB4-1CA87D3E6709}" destId="{0ECE7ACB-90D6-4B78-9CD0-3728CB28F67A}" srcOrd="0" destOrd="0" presId="urn:microsoft.com/office/officeart/2018/2/layout/IconCircleList"/>
    <dgm:cxn modelId="{62337AB1-1F35-4C5A-A0E7-CC46BCF48D24}" type="presOf" srcId="{6F0BE1AE-661C-4032-98D6-D11D877DC245}" destId="{AE2F2FD5-0FDD-4FF8-81E2-9C336A7E5AD8}" srcOrd="0" destOrd="0" presId="urn:microsoft.com/office/officeart/2018/2/layout/IconCircleList"/>
    <dgm:cxn modelId="{4EC43CB4-8B38-489B-A139-9B34FF432936}" srcId="{CAD9CB92-B8C8-4664-8F8A-29A0D67CE51D}" destId="{7F6DED45-7C58-4FF1-BBE8-4741CB5A3CDF}" srcOrd="2" destOrd="0" parTransId="{224F127D-350B-4F12-8789-A7EFB3153AAA}" sibTransId="{85E818D6-4CD2-4795-8144-72C2DD717E4E}"/>
    <dgm:cxn modelId="{53170CE0-7E1F-462A-B489-6D04E1AFC871}" type="presOf" srcId="{86B27592-E111-4C01-90F6-D0A83AA423E8}" destId="{F6B8054D-267F-4439-9EA5-FAA6D6862BC6}" srcOrd="0" destOrd="0" presId="urn:microsoft.com/office/officeart/2018/2/layout/IconCircleList"/>
    <dgm:cxn modelId="{517CE7E9-99FD-43E4-937D-182D6B7C2613}" type="presOf" srcId="{7F6DED45-7C58-4FF1-BBE8-4741CB5A3CDF}" destId="{8D61D86C-1300-4924-81FD-F75375DF4D06}" srcOrd="0" destOrd="0" presId="urn:microsoft.com/office/officeart/2018/2/layout/IconCircleList"/>
    <dgm:cxn modelId="{7FE0A7FF-2D4E-45E6-9E30-3BB0E57083B7}" type="presOf" srcId="{85E818D6-4CD2-4795-8144-72C2DD717E4E}" destId="{88A2DE95-1BA7-46CD-A209-9D1346DD400F}" srcOrd="0" destOrd="0" presId="urn:microsoft.com/office/officeart/2018/2/layout/IconCircleList"/>
    <dgm:cxn modelId="{98DC24C2-1BB1-42AB-9378-2F27A4A6EDE6}" type="presParOf" srcId="{3BB2B38B-ED59-419A-A686-EF0490BF173E}" destId="{B667D3AF-2254-4460-AD26-ECE1080DBD53}" srcOrd="0" destOrd="0" presId="urn:microsoft.com/office/officeart/2018/2/layout/IconCircleList"/>
    <dgm:cxn modelId="{D912566D-4CD4-4EED-A040-C21D44E66FC4}" type="presParOf" srcId="{B667D3AF-2254-4460-AD26-ECE1080DBD53}" destId="{D222F374-B835-4507-9673-C91847D4C2DE}" srcOrd="0" destOrd="0" presId="urn:microsoft.com/office/officeart/2018/2/layout/IconCircleList"/>
    <dgm:cxn modelId="{3F55A0F5-4699-46D1-BA5D-C7763D4BF057}" type="presParOf" srcId="{D222F374-B835-4507-9673-C91847D4C2DE}" destId="{7984A39F-85A1-4430-9884-5BE479F79CE5}" srcOrd="0" destOrd="0" presId="urn:microsoft.com/office/officeart/2018/2/layout/IconCircleList"/>
    <dgm:cxn modelId="{7C53CA50-25C3-4AB2-B6DF-D24A45AEFF7C}" type="presParOf" srcId="{D222F374-B835-4507-9673-C91847D4C2DE}" destId="{C144BF60-0ACA-4D4A-BD68-58338D5604DD}" srcOrd="1" destOrd="0" presId="urn:microsoft.com/office/officeart/2018/2/layout/IconCircleList"/>
    <dgm:cxn modelId="{1F299405-E431-4941-965D-26CF8BEB85E1}" type="presParOf" srcId="{D222F374-B835-4507-9673-C91847D4C2DE}" destId="{1735C8BF-F6E8-4575-B0BB-EB53579911A4}" srcOrd="2" destOrd="0" presId="urn:microsoft.com/office/officeart/2018/2/layout/IconCircleList"/>
    <dgm:cxn modelId="{B04412F9-E1D9-4393-B66D-EA3F3789E6CB}" type="presParOf" srcId="{D222F374-B835-4507-9673-C91847D4C2DE}" destId="{C85A0CB9-B6A3-400E-8EBB-E506E75D95D2}" srcOrd="3" destOrd="0" presId="urn:microsoft.com/office/officeart/2018/2/layout/IconCircleList"/>
    <dgm:cxn modelId="{9B973957-D582-4504-9771-90555DA38D64}" type="presParOf" srcId="{B667D3AF-2254-4460-AD26-ECE1080DBD53}" destId="{0ECE7ACB-90D6-4B78-9CD0-3728CB28F67A}" srcOrd="1" destOrd="0" presId="urn:microsoft.com/office/officeart/2018/2/layout/IconCircleList"/>
    <dgm:cxn modelId="{174076AF-9889-4573-AE4B-CC3971A1C5EF}" type="presParOf" srcId="{B667D3AF-2254-4460-AD26-ECE1080DBD53}" destId="{2E86BD18-DFCF-4242-B32D-782142FAEB03}" srcOrd="2" destOrd="0" presId="urn:microsoft.com/office/officeart/2018/2/layout/IconCircleList"/>
    <dgm:cxn modelId="{C5F48C51-AF63-42C1-8E4F-26D0969D3B57}" type="presParOf" srcId="{2E86BD18-DFCF-4242-B32D-782142FAEB03}" destId="{86B75CA3-6DD1-4CFE-A1B6-3D6386BAC402}" srcOrd="0" destOrd="0" presId="urn:microsoft.com/office/officeart/2018/2/layout/IconCircleList"/>
    <dgm:cxn modelId="{640E4EC1-D9FE-4B81-B95D-525292ECB2A9}" type="presParOf" srcId="{2E86BD18-DFCF-4242-B32D-782142FAEB03}" destId="{E632F3D3-881F-4515-93E4-CAB24A4596E1}" srcOrd="1" destOrd="0" presId="urn:microsoft.com/office/officeart/2018/2/layout/IconCircleList"/>
    <dgm:cxn modelId="{A583258D-5EE9-4B7F-AB1A-623BB69D8184}" type="presParOf" srcId="{2E86BD18-DFCF-4242-B32D-782142FAEB03}" destId="{FF8DBF77-40C7-4D61-94D9-18D7AB3A1464}" srcOrd="2" destOrd="0" presId="urn:microsoft.com/office/officeart/2018/2/layout/IconCircleList"/>
    <dgm:cxn modelId="{67E3EEDF-71DE-4AF7-903D-9148F1265359}" type="presParOf" srcId="{2E86BD18-DFCF-4242-B32D-782142FAEB03}" destId="{C5F5E911-D029-4DA3-BD8D-CEA425BBFC9D}" srcOrd="3" destOrd="0" presId="urn:microsoft.com/office/officeart/2018/2/layout/IconCircleList"/>
    <dgm:cxn modelId="{AAE1820A-A8CF-4229-ABED-041B00D28490}" type="presParOf" srcId="{B667D3AF-2254-4460-AD26-ECE1080DBD53}" destId="{F6B8054D-267F-4439-9EA5-FAA6D6862BC6}" srcOrd="3" destOrd="0" presId="urn:microsoft.com/office/officeart/2018/2/layout/IconCircleList"/>
    <dgm:cxn modelId="{2972DE97-3AC7-4987-AF5F-43866202FA1E}" type="presParOf" srcId="{B667D3AF-2254-4460-AD26-ECE1080DBD53}" destId="{53D8C8EC-C6DE-497A-A19A-CE4029F6CE2B}" srcOrd="4" destOrd="0" presId="urn:microsoft.com/office/officeart/2018/2/layout/IconCircleList"/>
    <dgm:cxn modelId="{52EB49BC-B478-4DF6-BAAC-F814F83911CD}" type="presParOf" srcId="{53D8C8EC-C6DE-497A-A19A-CE4029F6CE2B}" destId="{160E1810-710C-4DCC-BCD5-0B00CADC54A9}" srcOrd="0" destOrd="0" presId="urn:microsoft.com/office/officeart/2018/2/layout/IconCircleList"/>
    <dgm:cxn modelId="{AF22A65D-6256-4BF7-A3BF-9CCBA44E3E86}" type="presParOf" srcId="{53D8C8EC-C6DE-497A-A19A-CE4029F6CE2B}" destId="{91638BBB-EB54-486F-9148-A93AED2D1140}" srcOrd="1" destOrd="0" presId="urn:microsoft.com/office/officeart/2018/2/layout/IconCircleList"/>
    <dgm:cxn modelId="{8B2E4713-DF70-4517-89C0-93659A3B3E41}" type="presParOf" srcId="{53D8C8EC-C6DE-497A-A19A-CE4029F6CE2B}" destId="{2374CE60-B8A6-4465-9453-6ECF3D1480B4}" srcOrd="2" destOrd="0" presId="urn:microsoft.com/office/officeart/2018/2/layout/IconCircleList"/>
    <dgm:cxn modelId="{BF423604-88ED-42DC-A982-AB783748D0FB}" type="presParOf" srcId="{53D8C8EC-C6DE-497A-A19A-CE4029F6CE2B}" destId="{8D61D86C-1300-4924-81FD-F75375DF4D06}" srcOrd="3" destOrd="0" presId="urn:microsoft.com/office/officeart/2018/2/layout/IconCircleList"/>
    <dgm:cxn modelId="{2C6FCFD8-FDC8-4B65-BB1D-9A68D2EBFF45}" type="presParOf" srcId="{B667D3AF-2254-4460-AD26-ECE1080DBD53}" destId="{88A2DE95-1BA7-46CD-A209-9D1346DD400F}" srcOrd="5" destOrd="0" presId="urn:microsoft.com/office/officeart/2018/2/layout/IconCircleList"/>
    <dgm:cxn modelId="{674BC260-0B53-41F8-A89E-58BFA7CC18C3}" type="presParOf" srcId="{B667D3AF-2254-4460-AD26-ECE1080DBD53}" destId="{77641741-9281-4EA5-B4A2-EA639F8E4209}" srcOrd="6" destOrd="0" presId="urn:microsoft.com/office/officeart/2018/2/layout/IconCircleList"/>
    <dgm:cxn modelId="{3A5C7ACB-FEAA-479A-B7BE-26D4734DED13}" type="presParOf" srcId="{77641741-9281-4EA5-B4A2-EA639F8E4209}" destId="{39AC68F5-4CA4-4D79-A409-EEAD6BB73A59}" srcOrd="0" destOrd="0" presId="urn:microsoft.com/office/officeart/2018/2/layout/IconCircleList"/>
    <dgm:cxn modelId="{C6169465-5895-4456-BBB3-11066E63CF87}" type="presParOf" srcId="{77641741-9281-4EA5-B4A2-EA639F8E4209}" destId="{AF4E9CF1-5A10-4157-9537-9BDBE5AEAC5A}" srcOrd="1" destOrd="0" presId="urn:microsoft.com/office/officeart/2018/2/layout/IconCircleList"/>
    <dgm:cxn modelId="{B9F5A76B-DED2-4539-802B-39954427E2C7}" type="presParOf" srcId="{77641741-9281-4EA5-B4A2-EA639F8E4209}" destId="{64FF4951-7086-42EE-B382-C3CB0CEB1BCF}" srcOrd="2" destOrd="0" presId="urn:microsoft.com/office/officeart/2018/2/layout/IconCircleList"/>
    <dgm:cxn modelId="{C0D61E29-36E8-4D0B-8DE3-B375292C3FE9}" type="presParOf" srcId="{77641741-9281-4EA5-B4A2-EA639F8E4209}" destId="{AE2F2FD5-0FDD-4FF8-81E2-9C336A7E5AD8}"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3E34830-5A54-4AD6-8556-AFAC20DFB7FB}" type="doc">
      <dgm:prSet loTypeId="urn:microsoft.com/office/officeart/2016/7/layout/LinearBlockProcessNumbered" loCatId="process" qsTypeId="urn:microsoft.com/office/officeart/2005/8/quickstyle/simple4" qsCatId="simple" csTypeId="urn:microsoft.com/office/officeart/2005/8/colors/colorful2" csCatId="colorful" phldr="1"/>
      <dgm:spPr/>
      <dgm:t>
        <a:bodyPr/>
        <a:lstStyle/>
        <a:p>
          <a:endParaRPr lang="en-US"/>
        </a:p>
      </dgm:t>
    </dgm:pt>
    <dgm:pt modelId="{E89EA486-2EC3-4547-8FD5-E96D4A3C14AB}">
      <dgm:prSet/>
      <dgm:spPr/>
      <dgm:t>
        <a:bodyPr/>
        <a:lstStyle/>
        <a:p>
          <a:pPr algn="just"/>
          <a:r>
            <a:rPr lang="en-US" b="1" dirty="0"/>
            <a:t>Increased safety: </a:t>
          </a:r>
        </a:p>
        <a:p>
          <a:pPr algn="just"/>
          <a:r>
            <a:rPr lang="en-US" dirty="0"/>
            <a:t>Drowsy driving can lead to accidents and mistakes. Early detection of drowsiness can help prevent accidents and ensure the safety of individuals.</a:t>
          </a:r>
        </a:p>
      </dgm:t>
    </dgm:pt>
    <dgm:pt modelId="{ECE8E762-D432-45F9-A0A1-0AB88D2CE515}" type="parTrans" cxnId="{8E751B59-FE4D-43DE-A1EA-C868FA4F7F35}">
      <dgm:prSet/>
      <dgm:spPr/>
      <dgm:t>
        <a:bodyPr/>
        <a:lstStyle/>
        <a:p>
          <a:endParaRPr lang="en-US"/>
        </a:p>
      </dgm:t>
    </dgm:pt>
    <dgm:pt modelId="{2465731D-4B22-4324-99A5-44588EA6BF63}" type="sibTrans" cxnId="{8E751B59-FE4D-43DE-A1EA-C868FA4F7F35}">
      <dgm:prSet phldrT="01" phldr="0"/>
      <dgm:spPr/>
      <dgm:t>
        <a:bodyPr/>
        <a:lstStyle/>
        <a:p>
          <a:r>
            <a:rPr lang="en-US"/>
            <a:t>01</a:t>
          </a:r>
        </a:p>
      </dgm:t>
    </dgm:pt>
    <dgm:pt modelId="{FDBC311A-C548-4D64-A3BD-F6B699828A61}">
      <dgm:prSet/>
      <dgm:spPr/>
      <dgm:t>
        <a:bodyPr/>
        <a:lstStyle/>
        <a:p>
          <a:pPr algn="l"/>
          <a:r>
            <a:rPr lang="en-US" b="1" dirty="0"/>
            <a:t>Improved productivity:</a:t>
          </a:r>
        </a:p>
        <a:p>
          <a:pPr algn="just"/>
          <a:r>
            <a:rPr lang="en-US" dirty="0"/>
            <a:t>When individuals are alert and awake, they are more productive and efficient in their work. Drowsiness detection can help ensure that individuals are alert and performing at their best.</a:t>
          </a:r>
        </a:p>
      </dgm:t>
    </dgm:pt>
    <dgm:pt modelId="{33EFBB62-6D8A-4A19-981D-034D368BA89A}" type="parTrans" cxnId="{49618626-42A3-4629-9AEC-E3FD63F36218}">
      <dgm:prSet/>
      <dgm:spPr/>
      <dgm:t>
        <a:bodyPr/>
        <a:lstStyle/>
        <a:p>
          <a:endParaRPr lang="en-US"/>
        </a:p>
      </dgm:t>
    </dgm:pt>
    <dgm:pt modelId="{A3995A59-F072-4447-AE42-AA384A0C8FAB}" type="sibTrans" cxnId="{49618626-42A3-4629-9AEC-E3FD63F36218}">
      <dgm:prSet phldrT="02" phldr="0"/>
      <dgm:spPr/>
      <dgm:t>
        <a:bodyPr/>
        <a:lstStyle/>
        <a:p>
          <a:r>
            <a:rPr lang="en-US"/>
            <a:t>02</a:t>
          </a:r>
        </a:p>
      </dgm:t>
    </dgm:pt>
    <dgm:pt modelId="{16EC2FC6-7582-49D8-B07F-4EDB1C7962F8}">
      <dgm:prSet/>
      <dgm:spPr/>
      <dgm:t>
        <a:bodyPr/>
        <a:lstStyle/>
        <a:p>
          <a:pPr algn="l"/>
          <a:r>
            <a:rPr lang="en-US" b="1" dirty="0"/>
            <a:t>Early intervention: </a:t>
          </a:r>
        </a:p>
        <a:p>
          <a:pPr algn="just"/>
          <a:r>
            <a:rPr lang="en-US" dirty="0"/>
            <a:t>Early detection of drowsiness can allow for early intervention, such as taking a break or resting, to prevent further fatigue and drowsiness.</a:t>
          </a:r>
        </a:p>
      </dgm:t>
    </dgm:pt>
    <dgm:pt modelId="{2F148F55-7784-4990-B076-30201D54169C}" type="parTrans" cxnId="{2DB14CB8-69D6-423B-8590-D4605CC50FDB}">
      <dgm:prSet/>
      <dgm:spPr/>
      <dgm:t>
        <a:bodyPr/>
        <a:lstStyle/>
        <a:p>
          <a:endParaRPr lang="en-US"/>
        </a:p>
      </dgm:t>
    </dgm:pt>
    <dgm:pt modelId="{C17C3379-EBCC-4703-B3A3-F8D1F7EF8173}" type="sibTrans" cxnId="{2DB14CB8-69D6-423B-8590-D4605CC50FDB}">
      <dgm:prSet phldrT="03" phldr="0"/>
      <dgm:spPr/>
      <dgm:t>
        <a:bodyPr/>
        <a:lstStyle/>
        <a:p>
          <a:r>
            <a:rPr lang="en-US"/>
            <a:t>03</a:t>
          </a:r>
        </a:p>
      </dgm:t>
    </dgm:pt>
    <dgm:pt modelId="{030D641E-2FC0-4F86-9B0E-893A81282FF1}">
      <dgm:prSet/>
      <dgm:spPr/>
      <dgm:t>
        <a:bodyPr/>
        <a:lstStyle/>
        <a:p>
          <a:pPr algn="l"/>
          <a:r>
            <a:rPr lang="en-US" b="1" dirty="0"/>
            <a:t>Cost-effective: </a:t>
          </a:r>
        </a:p>
        <a:p>
          <a:pPr algn="just"/>
          <a:r>
            <a:rPr lang="en-US" dirty="0"/>
            <a:t>Drowsiness detection using deep learning can be cost-effective compared to traditional methods such as hiring a dedicated observer or using expensive equipment.</a:t>
          </a:r>
        </a:p>
      </dgm:t>
    </dgm:pt>
    <dgm:pt modelId="{1F023747-2530-430E-B4FA-01E7C9691687}" type="parTrans" cxnId="{57750E97-8A85-450E-BF30-2D92E6CE307C}">
      <dgm:prSet/>
      <dgm:spPr/>
      <dgm:t>
        <a:bodyPr/>
        <a:lstStyle/>
        <a:p>
          <a:endParaRPr lang="en-US"/>
        </a:p>
      </dgm:t>
    </dgm:pt>
    <dgm:pt modelId="{624758FD-9F76-4E7A-9B40-57A80692040A}" type="sibTrans" cxnId="{57750E97-8A85-450E-BF30-2D92E6CE307C}">
      <dgm:prSet phldrT="04" phldr="0"/>
      <dgm:spPr/>
      <dgm:t>
        <a:bodyPr/>
        <a:lstStyle/>
        <a:p>
          <a:r>
            <a:rPr lang="en-US"/>
            <a:t>04</a:t>
          </a:r>
        </a:p>
      </dgm:t>
    </dgm:pt>
    <dgm:pt modelId="{112E050B-9EA0-4ECD-9707-239C981D4554}" type="pres">
      <dgm:prSet presAssocID="{03E34830-5A54-4AD6-8556-AFAC20DFB7FB}" presName="Name0" presStyleCnt="0">
        <dgm:presLayoutVars>
          <dgm:animLvl val="lvl"/>
          <dgm:resizeHandles val="exact"/>
        </dgm:presLayoutVars>
      </dgm:prSet>
      <dgm:spPr/>
    </dgm:pt>
    <dgm:pt modelId="{BE1921FD-B161-4C9C-A26B-82B13107B981}" type="pres">
      <dgm:prSet presAssocID="{E89EA486-2EC3-4547-8FD5-E96D4A3C14AB}" presName="compositeNode" presStyleCnt="0">
        <dgm:presLayoutVars>
          <dgm:bulletEnabled val="1"/>
        </dgm:presLayoutVars>
      </dgm:prSet>
      <dgm:spPr/>
    </dgm:pt>
    <dgm:pt modelId="{64C91CAE-C1A0-4253-ABEF-4877FF4D4155}" type="pres">
      <dgm:prSet presAssocID="{E89EA486-2EC3-4547-8FD5-E96D4A3C14AB}" presName="bgRect" presStyleLbl="alignNode1" presStyleIdx="0" presStyleCnt="4"/>
      <dgm:spPr/>
    </dgm:pt>
    <dgm:pt modelId="{BD043F86-0749-4C3A-8D42-690A5CEEEF0E}" type="pres">
      <dgm:prSet presAssocID="{2465731D-4B22-4324-99A5-44588EA6BF63}" presName="sibTransNodeRect" presStyleLbl="alignNode1" presStyleIdx="0" presStyleCnt="4">
        <dgm:presLayoutVars>
          <dgm:chMax val="0"/>
          <dgm:bulletEnabled val="1"/>
        </dgm:presLayoutVars>
      </dgm:prSet>
      <dgm:spPr/>
    </dgm:pt>
    <dgm:pt modelId="{CC1CA7A6-B273-4636-9053-8798C03285A8}" type="pres">
      <dgm:prSet presAssocID="{E89EA486-2EC3-4547-8FD5-E96D4A3C14AB}" presName="nodeRect" presStyleLbl="alignNode1" presStyleIdx="0" presStyleCnt="4">
        <dgm:presLayoutVars>
          <dgm:bulletEnabled val="1"/>
        </dgm:presLayoutVars>
      </dgm:prSet>
      <dgm:spPr/>
    </dgm:pt>
    <dgm:pt modelId="{73E4DE82-1B67-404C-B6F8-F8CE128FEFAF}" type="pres">
      <dgm:prSet presAssocID="{2465731D-4B22-4324-99A5-44588EA6BF63}" presName="sibTrans" presStyleCnt="0"/>
      <dgm:spPr/>
    </dgm:pt>
    <dgm:pt modelId="{D694E8DD-52C7-4FD3-B9BF-18104E95EF08}" type="pres">
      <dgm:prSet presAssocID="{FDBC311A-C548-4D64-A3BD-F6B699828A61}" presName="compositeNode" presStyleCnt="0">
        <dgm:presLayoutVars>
          <dgm:bulletEnabled val="1"/>
        </dgm:presLayoutVars>
      </dgm:prSet>
      <dgm:spPr/>
    </dgm:pt>
    <dgm:pt modelId="{F090059F-EEFF-46CE-9E91-14903C4BB661}" type="pres">
      <dgm:prSet presAssocID="{FDBC311A-C548-4D64-A3BD-F6B699828A61}" presName="bgRect" presStyleLbl="alignNode1" presStyleIdx="1" presStyleCnt="4"/>
      <dgm:spPr/>
    </dgm:pt>
    <dgm:pt modelId="{F76448D6-48C2-4F3F-9676-2CA8ECC7CD67}" type="pres">
      <dgm:prSet presAssocID="{A3995A59-F072-4447-AE42-AA384A0C8FAB}" presName="sibTransNodeRect" presStyleLbl="alignNode1" presStyleIdx="1" presStyleCnt="4">
        <dgm:presLayoutVars>
          <dgm:chMax val="0"/>
          <dgm:bulletEnabled val="1"/>
        </dgm:presLayoutVars>
      </dgm:prSet>
      <dgm:spPr/>
    </dgm:pt>
    <dgm:pt modelId="{7FABC82A-40E9-4D78-ADEA-38BF2FCD7956}" type="pres">
      <dgm:prSet presAssocID="{FDBC311A-C548-4D64-A3BD-F6B699828A61}" presName="nodeRect" presStyleLbl="alignNode1" presStyleIdx="1" presStyleCnt="4">
        <dgm:presLayoutVars>
          <dgm:bulletEnabled val="1"/>
        </dgm:presLayoutVars>
      </dgm:prSet>
      <dgm:spPr/>
    </dgm:pt>
    <dgm:pt modelId="{1CD50656-AE7F-4F1B-979D-0E866B34DEAF}" type="pres">
      <dgm:prSet presAssocID="{A3995A59-F072-4447-AE42-AA384A0C8FAB}" presName="sibTrans" presStyleCnt="0"/>
      <dgm:spPr/>
    </dgm:pt>
    <dgm:pt modelId="{9086058E-7467-409A-B76F-C0611016DC59}" type="pres">
      <dgm:prSet presAssocID="{16EC2FC6-7582-49D8-B07F-4EDB1C7962F8}" presName="compositeNode" presStyleCnt="0">
        <dgm:presLayoutVars>
          <dgm:bulletEnabled val="1"/>
        </dgm:presLayoutVars>
      </dgm:prSet>
      <dgm:spPr/>
    </dgm:pt>
    <dgm:pt modelId="{F9FA4C44-030B-448D-83AB-79582CD9A8ED}" type="pres">
      <dgm:prSet presAssocID="{16EC2FC6-7582-49D8-B07F-4EDB1C7962F8}" presName="bgRect" presStyleLbl="alignNode1" presStyleIdx="2" presStyleCnt="4"/>
      <dgm:spPr/>
    </dgm:pt>
    <dgm:pt modelId="{8EE169C0-ADEC-479D-BCEC-FEE52DC3E76C}" type="pres">
      <dgm:prSet presAssocID="{C17C3379-EBCC-4703-B3A3-F8D1F7EF8173}" presName="sibTransNodeRect" presStyleLbl="alignNode1" presStyleIdx="2" presStyleCnt="4">
        <dgm:presLayoutVars>
          <dgm:chMax val="0"/>
          <dgm:bulletEnabled val="1"/>
        </dgm:presLayoutVars>
      </dgm:prSet>
      <dgm:spPr/>
    </dgm:pt>
    <dgm:pt modelId="{A310BFA8-C333-4C93-81B2-0F26F6D03102}" type="pres">
      <dgm:prSet presAssocID="{16EC2FC6-7582-49D8-B07F-4EDB1C7962F8}" presName="nodeRect" presStyleLbl="alignNode1" presStyleIdx="2" presStyleCnt="4">
        <dgm:presLayoutVars>
          <dgm:bulletEnabled val="1"/>
        </dgm:presLayoutVars>
      </dgm:prSet>
      <dgm:spPr/>
    </dgm:pt>
    <dgm:pt modelId="{43EFC1EB-7567-4FDC-8099-BCDC53AC3A47}" type="pres">
      <dgm:prSet presAssocID="{C17C3379-EBCC-4703-B3A3-F8D1F7EF8173}" presName="sibTrans" presStyleCnt="0"/>
      <dgm:spPr/>
    </dgm:pt>
    <dgm:pt modelId="{2C975017-F594-4EAF-B065-BFD22C59632D}" type="pres">
      <dgm:prSet presAssocID="{030D641E-2FC0-4F86-9B0E-893A81282FF1}" presName="compositeNode" presStyleCnt="0">
        <dgm:presLayoutVars>
          <dgm:bulletEnabled val="1"/>
        </dgm:presLayoutVars>
      </dgm:prSet>
      <dgm:spPr/>
    </dgm:pt>
    <dgm:pt modelId="{1D2C85BD-632F-4724-8513-3077D26814A9}" type="pres">
      <dgm:prSet presAssocID="{030D641E-2FC0-4F86-9B0E-893A81282FF1}" presName="bgRect" presStyleLbl="alignNode1" presStyleIdx="3" presStyleCnt="4"/>
      <dgm:spPr/>
    </dgm:pt>
    <dgm:pt modelId="{ECB47BEB-3768-47DD-999F-F47E63EEBD69}" type="pres">
      <dgm:prSet presAssocID="{624758FD-9F76-4E7A-9B40-57A80692040A}" presName="sibTransNodeRect" presStyleLbl="alignNode1" presStyleIdx="3" presStyleCnt="4">
        <dgm:presLayoutVars>
          <dgm:chMax val="0"/>
          <dgm:bulletEnabled val="1"/>
        </dgm:presLayoutVars>
      </dgm:prSet>
      <dgm:spPr/>
    </dgm:pt>
    <dgm:pt modelId="{11AC4320-7153-4E24-B49D-B96EF4D837DD}" type="pres">
      <dgm:prSet presAssocID="{030D641E-2FC0-4F86-9B0E-893A81282FF1}" presName="nodeRect" presStyleLbl="alignNode1" presStyleIdx="3" presStyleCnt="4">
        <dgm:presLayoutVars>
          <dgm:bulletEnabled val="1"/>
        </dgm:presLayoutVars>
      </dgm:prSet>
      <dgm:spPr/>
    </dgm:pt>
  </dgm:ptLst>
  <dgm:cxnLst>
    <dgm:cxn modelId="{B52AB60A-AB7C-4F5F-84ED-CD7816936B05}" type="presOf" srcId="{030D641E-2FC0-4F86-9B0E-893A81282FF1}" destId="{11AC4320-7153-4E24-B49D-B96EF4D837DD}" srcOrd="1" destOrd="0" presId="urn:microsoft.com/office/officeart/2016/7/layout/LinearBlockProcessNumbered"/>
    <dgm:cxn modelId="{BFA0F111-1771-449C-956C-737EC98C5E8E}" type="presOf" srcId="{E89EA486-2EC3-4547-8FD5-E96D4A3C14AB}" destId="{CC1CA7A6-B273-4636-9053-8798C03285A8}" srcOrd="1" destOrd="0" presId="urn:microsoft.com/office/officeart/2016/7/layout/LinearBlockProcessNumbered"/>
    <dgm:cxn modelId="{49618626-42A3-4629-9AEC-E3FD63F36218}" srcId="{03E34830-5A54-4AD6-8556-AFAC20DFB7FB}" destId="{FDBC311A-C548-4D64-A3BD-F6B699828A61}" srcOrd="1" destOrd="0" parTransId="{33EFBB62-6D8A-4A19-981D-034D368BA89A}" sibTransId="{A3995A59-F072-4447-AE42-AA384A0C8FAB}"/>
    <dgm:cxn modelId="{83EE142A-BACC-4645-A827-E1B525F08DF5}" type="presOf" srcId="{2465731D-4B22-4324-99A5-44588EA6BF63}" destId="{BD043F86-0749-4C3A-8D42-690A5CEEEF0E}" srcOrd="0" destOrd="0" presId="urn:microsoft.com/office/officeart/2016/7/layout/LinearBlockProcessNumbered"/>
    <dgm:cxn modelId="{7C297338-EF3D-41B6-A662-FA49E3B214D8}" type="presOf" srcId="{FDBC311A-C548-4D64-A3BD-F6B699828A61}" destId="{7FABC82A-40E9-4D78-ADEA-38BF2FCD7956}" srcOrd="1" destOrd="0" presId="urn:microsoft.com/office/officeart/2016/7/layout/LinearBlockProcessNumbered"/>
    <dgm:cxn modelId="{2CE3D864-D906-4241-AC7C-4FF2B39BABA8}" type="presOf" srcId="{FDBC311A-C548-4D64-A3BD-F6B699828A61}" destId="{F090059F-EEFF-46CE-9E91-14903C4BB661}" srcOrd="0" destOrd="0" presId="urn:microsoft.com/office/officeart/2016/7/layout/LinearBlockProcessNumbered"/>
    <dgm:cxn modelId="{49B69277-1D1C-4597-A72F-A86BEE57632F}" type="presOf" srcId="{624758FD-9F76-4E7A-9B40-57A80692040A}" destId="{ECB47BEB-3768-47DD-999F-F47E63EEBD69}" srcOrd="0" destOrd="0" presId="urn:microsoft.com/office/officeart/2016/7/layout/LinearBlockProcessNumbered"/>
    <dgm:cxn modelId="{8E751B59-FE4D-43DE-A1EA-C868FA4F7F35}" srcId="{03E34830-5A54-4AD6-8556-AFAC20DFB7FB}" destId="{E89EA486-2EC3-4547-8FD5-E96D4A3C14AB}" srcOrd="0" destOrd="0" parTransId="{ECE8E762-D432-45F9-A0A1-0AB88D2CE515}" sibTransId="{2465731D-4B22-4324-99A5-44588EA6BF63}"/>
    <dgm:cxn modelId="{57750E97-8A85-450E-BF30-2D92E6CE307C}" srcId="{03E34830-5A54-4AD6-8556-AFAC20DFB7FB}" destId="{030D641E-2FC0-4F86-9B0E-893A81282FF1}" srcOrd="3" destOrd="0" parTransId="{1F023747-2530-430E-B4FA-01E7C9691687}" sibTransId="{624758FD-9F76-4E7A-9B40-57A80692040A}"/>
    <dgm:cxn modelId="{0857BE99-4288-4FE3-A52C-A16BF09D669F}" type="presOf" srcId="{A3995A59-F072-4447-AE42-AA384A0C8FAB}" destId="{F76448D6-48C2-4F3F-9676-2CA8ECC7CD67}" srcOrd="0" destOrd="0" presId="urn:microsoft.com/office/officeart/2016/7/layout/LinearBlockProcessNumbered"/>
    <dgm:cxn modelId="{B650E79E-6F86-4129-AD14-FE1F681636F6}" type="presOf" srcId="{16EC2FC6-7582-49D8-B07F-4EDB1C7962F8}" destId="{A310BFA8-C333-4C93-81B2-0F26F6D03102}" srcOrd="1" destOrd="0" presId="urn:microsoft.com/office/officeart/2016/7/layout/LinearBlockProcessNumbered"/>
    <dgm:cxn modelId="{FE9D76A8-C5EF-4122-9D59-F430DE92886E}" type="presOf" srcId="{16EC2FC6-7582-49D8-B07F-4EDB1C7962F8}" destId="{F9FA4C44-030B-448D-83AB-79582CD9A8ED}" srcOrd="0" destOrd="0" presId="urn:microsoft.com/office/officeart/2016/7/layout/LinearBlockProcessNumbered"/>
    <dgm:cxn modelId="{374737AF-8D5A-4F65-A7A4-C746CCAF26B8}" type="presOf" srcId="{03E34830-5A54-4AD6-8556-AFAC20DFB7FB}" destId="{112E050B-9EA0-4ECD-9707-239C981D4554}" srcOrd="0" destOrd="0" presId="urn:microsoft.com/office/officeart/2016/7/layout/LinearBlockProcessNumbered"/>
    <dgm:cxn modelId="{DD8CFAB1-59DF-4F08-AB68-91753CC13D73}" type="presOf" srcId="{E89EA486-2EC3-4547-8FD5-E96D4A3C14AB}" destId="{64C91CAE-C1A0-4253-ABEF-4877FF4D4155}" srcOrd="0" destOrd="0" presId="urn:microsoft.com/office/officeart/2016/7/layout/LinearBlockProcessNumbered"/>
    <dgm:cxn modelId="{2DB14CB8-69D6-423B-8590-D4605CC50FDB}" srcId="{03E34830-5A54-4AD6-8556-AFAC20DFB7FB}" destId="{16EC2FC6-7582-49D8-B07F-4EDB1C7962F8}" srcOrd="2" destOrd="0" parTransId="{2F148F55-7784-4990-B076-30201D54169C}" sibTransId="{C17C3379-EBCC-4703-B3A3-F8D1F7EF8173}"/>
    <dgm:cxn modelId="{8BAB8FD1-59B7-489D-954F-CAC5E014F6E4}" type="presOf" srcId="{C17C3379-EBCC-4703-B3A3-F8D1F7EF8173}" destId="{8EE169C0-ADEC-479D-BCEC-FEE52DC3E76C}" srcOrd="0" destOrd="0" presId="urn:microsoft.com/office/officeart/2016/7/layout/LinearBlockProcessNumbered"/>
    <dgm:cxn modelId="{1941D4D7-33FD-42B2-97B6-76442179EBC6}" type="presOf" srcId="{030D641E-2FC0-4F86-9B0E-893A81282FF1}" destId="{1D2C85BD-632F-4724-8513-3077D26814A9}" srcOrd="0" destOrd="0" presId="urn:microsoft.com/office/officeart/2016/7/layout/LinearBlockProcessNumbered"/>
    <dgm:cxn modelId="{8847BA1C-F65A-4BFB-BEA8-C000D94B652C}" type="presParOf" srcId="{112E050B-9EA0-4ECD-9707-239C981D4554}" destId="{BE1921FD-B161-4C9C-A26B-82B13107B981}" srcOrd="0" destOrd="0" presId="urn:microsoft.com/office/officeart/2016/7/layout/LinearBlockProcessNumbered"/>
    <dgm:cxn modelId="{275D1276-AF57-45C2-85D4-6D1B9D8DEDB7}" type="presParOf" srcId="{BE1921FD-B161-4C9C-A26B-82B13107B981}" destId="{64C91CAE-C1A0-4253-ABEF-4877FF4D4155}" srcOrd="0" destOrd="0" presId="urn:microsoft.com/office/officeart/2016/7/layout/LinearBlockProcessNumbered"/>
    <dgm:cxn modelId="{1E9681CC-4179-4C6A-AABC-6D3F1060F424}" type="presParOf" srcId="{BE1921FD-B161-4C9C-A26B-82B13107B981}" destId="{BD043F86-0749-4C3A-8D42-690A5CEEEF0E}" srcOrd="1" destOrd="0" presId="urn:microsoft.com/office/officeart/2016/7/layout/LinearBlockProcessNumbered"/>
    <dgm:cxn modelId="{9D6986DF-07AA-4573-AE46-BB2C23781007}" type="presParOf" srcId="{BE1921FD-B161-4C9C-A26B-82B13107B981}" destId="{CC1CA7A6-B273-4636-9053-8798C03285A8}" srcOrd="2" destOrd="0" presId="urn:microsoft.com/office/officeart/2016/7/layout/LinearBlockProcessNumbered"/>
    <dgm:cxn modelId="{A4EB6479-8282-47C0-8A52-304F6E71C523}" type="presParOf" srcId="{112E050B-9EA0-4ECD-9707-239C981D4554}" destId="{73E4DE82-1B67-404C-B6F8-F8CE128FEFAF}" srcOrd="1" destOrd="0" presId="urn:microsoft.com/office/officeart/2016/7/layout/LinearBlockProcessNumbered"/>
    <dgm:cxn modelId="{349EA633-43D2-42A1-8302-19C019350947}" type="presParOf" srcId="{112E050B-9EA0-4ECD-9707-239C981D4554}" destId="{D694E8DD-52C7-4FD3-B9BF-18104E95EF08}" srcOrd="2" destOrd="0" presId="urn:microsoft.com/office/officeart/2016/7/layout/LinearBlockProcessNumbered"/>
    <dgm:cxn modelId="{A366BDC0-8C65-43B8-8E71-994919642E76}" type="presParOf" srcId="{D694E8DD-52C7-4FD3-B9BF-18104E95EF08}" destId="{F090059F-EEFF-46CE-9E91-14903C4BB661}" srcOrd="0" destOrd="0" presId="urn:microsoft.com/office/officeart/2016/7/layout/LinearBlockProcessNumbered"/>
    <dgm:cxn modelId="{E800D814-F7E9-4FE1-AC7F-E89F857833F4}" type="presParOf" srcId="{D694E8DD-52C7-4FD3-B9BF-18104E95EF08}" destId="{F76448D6-48C2-4F3F-9676-2CA8ECC7CD67}" srcOrd="1" destOrd="0" presId="urn:microsoft.com/office/officeart/2016/7/layout/LinearBlockProcessNumbered"/>
    <dgm:cxn modelId="{227FE444-11D5-4C47-AB63-C9BF79DF542C}" type="presParOf" srcId="{D694E8DD-52C7-4FD3-B9BF-18104E95EF08}" destId="{7FABC82A-40E9-4D78-ADEA-38BF2FCD7956}" srcOrd="2" destOrd="0" presId="urn:microsoft.com/office/officeart/2016/7/layout/LinearBlockProcessNumbered"/>
    <dgm:cxn modelId="{C441BDAC-A064-4B33-958C-341FB8780860}" type="presParOf" srcId="{112E050B-9EA0-4ECD-9707-239C981D4554}" destId="{1CD50656-AE7F-4F1B-979D-0E866B34DEAF}" srcOrd="3" destOrd="0" presId="urn:microsoft.com/office/officeart/2016/7/layout/LinearBlockProcessNumbered"/>
    <dgm:cxn modelId="{AB9F9C6A-633A-40F9-8E67-4973F6DC88BA}" type="presParOf" srcId="{112E050B-9EA0-4ECD-9707-239C981D4554}" destId="{9086058E-7467-409A-B76F-C0611016DC59}" srcOrd="4" destOrd="0" presId="urn:microsoft.com/office/officeart/2016/7/layout/LinearBlockProcessNumbered"/>
    <dgm:cxn modelId="{C126D555-CEE2-438D-8F58-F6F5ED257B88}" type="presParOf" srcId="{9086058E-7467-409A-B76F-C0611016DC59}" destId="{F9FA4C44-030B-448D-83AB-79582CD9A8ED}" srcOrd="0" destOrd="0" presId="urn:microsoft.com/office/officeart/2016/7/layout/LinearBlockProcessNumbered"/>
    <dgm:cxn modelId="{DE3A3927-8544-4DE4-B470-A8409A552060}" type="presParOf" srcId="{9086058E-7467-409A-B76F-C0611016DC59}" destId="{8EE169C0-ADEC-479D-BCEC-FEE52DC3E76C}" srcOrd="1" destOrd="0" presId="urn:microsoft.com/office/officeart/2016/7/layout/LinearBlockProcessNumbered"/>
    <dgm:cxn modelId="{9BBC2839-C808-49DE-8C5C-7EE54AB43434}" type="presParOf" srcId="{9086058E-7467-409A-B76F-C0611016DC59}" destId="{A310BFA8-C333-4C93-81B2-0F26F6D03102}" srcOrd="2" destOrd="0" presId="urn:microsoft.com/office/officeart/2016/7/layout/LinearBlockProcessNumbered"/>
    <dgm:cxn modelId="{76D06245-6443-4EC4-B113-7405C512A30C}" type="presParOf" srcId="{112E050B-9EA0-4ECD-9707-239C981D4554}" destId="{43EFC1EB-7567-4FDC-8099-BCDC53AC3A47}" srcOrd="5" destOrd="0" presId="urn:microsoft.com/office/officeart/2016/7/layout/LinearBlockProcessNumbered"/>
    <dgm:cxn modelId="{812148F0-09BD-40BB-B08C-27800832C766}" type="presParOf" srcId="{112E050B-9EA0-4ECD-9707-239C981D4554}" destId="{2C975017-F594-4EAF-B065-BFD22C59632D}" srcOrd="6" destOrd="0" presId="urn:microsoft.com/office/officeart/2016/7/layout/LinearBlockProcessNumbered"/>
    <dgm:cxn modelId="{F11695E0-19A7-4A0E-82A3-2B5DE444C803}" type="presParOf" srcId="{2C975017-F594-4EAF-B065-BFD22C59632D}" destId="{1D2C85BD-632F-4724-8513-3077D26814A9}" srcOrd="0" destOrd="0" presId="urn:microsoft.com/office/officeart/2016/7/layout/LinearBlockProcessNumbered"/>
    <dgm:cxn modelId="{0B1D6B36-C925-45EE-B84F-066CDE836C27}" type="presParOf" srcId="{2C975017-F594-4EAF-B065-BFD22C59632D}" destId="{ECB47BEB-3768-47DD-999F-F47E63EEBD69}" srcOrd="1" destOrd="0" presId="urn:microsoft.com/office/officeart/2016/7/layout/LinearBlockProcessNumbered"/>
    <dgm:cxn modelId="{154B8CA9-86A8-4C2D-AB1B-03CD2C1741C4}" type="presParOf" srcId="{2C975017-F594-4EAF-B065-BFD22C59632D}" destId="{11AC4320-7153-4E24-B49D-B96EF4D837DD}" srcOrd="2" destOrd="0" presId="urn:microsoft.com/office/officeart/2016/7/layout/LinearBlock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8A15578-3F62-4C4F-A8A6-5A351AE4522C}"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9BC21732-84D0-4DFF-9E4C-448B76C2B603}">
      <dgm:prSet/>
      <dgm:spPr/>
      <dgm:t>
        <a:bodyPr/>
        <a:lstStyle/>
        <a:p>
          <a:pPr>
            <a:lnSpc>
              <a:spcPct val="100000"/>
            </a:lnSpc>
          </a:pPr>
          <a:r>
            <a:rPr lang="en-US"/>
            <a:t>A machine learning-based drowsiness detection system is a promising solution for reducing the risk of accidents caused by driver fatigue.</a:t>
          </a:r>
        </a:p>
      </dgm:t>
    </dgm:pt>
    <dgm:pt modelId="{4BCD4F6B-D412-4BC6-9E7D-3247B94B1DB7}" type="parTrans" cxnId="{2AAD97E2-87CE-498C-8918-AF7BD0287794}">
      <dgm:prSet/>
      <dgm:spPr/>
      <dgm:t>
        <a:bodyPr/>
        <a:lstStyle/>
        <a:p>
          <a:endParaRPr lang="en-US"/>
        </a:p>
      </dgm:t>
    </dgm:pt>
    <dgm:pt modelId="{A73CE7A4-25D5-4737-A350-C6F52E7B9F55}" type="sibTrans" cxnId="{2AAD97E2-87CE-498C-8918-AF7BD0287794}">
      <dgm:prSet/>
      <dgm:spPr/>
      <dgm:t>
        <a:bodyPr/>
        <a:lstStyle/>
        <a:p>
          <a:endParaRPr lang="en-US"/>
        </a:p>
      </dgm:t>
    </dgm:pt>
    <dgm:pt modelId="{4D889CB8-735C-4792-802C-DEA78D018C2D}">
      <dgm:prSet/>
      <dgm:spPr/>
      <dgm:t>
        <a:bodyPr/>
        <a:lstStyle/>
        <a:p>
          <a:pPr>
            <a:lnSpc>
              <a:spcPct val="100000"/>
            </a:lnSpc>
          </a:pPr>
          <a:r>
            <a:rPr lang="en-US"/>
            <a:t>The ml-based drowsiness detection system has several advantages over traditional methods, including its high accuracy, non-invasiveness, and real-time detection. </a:t>
          </a:r>
        </a:p>
      </dgm:t>
    </dgm:pt>
    <dgm:pt modelId="{044AFB96-11B6-4A92-9173-77C1B03DA9AA}" type="parTrans" cxnId="{51DB31D9-A8FB-44D4-AA97-2668217067DA}">
      <dgm:prSet/>
      <dgm:spPr/>
      <dgm:t>
        <a:bodyPr/>
        <a:lstStyle/>
        <a:p>
          <a:endParaRPr lang="en-US"/>
        </a:p>
      </dgm:t>
    </dgm:pt>
    <dgm:pt modelId="{EEA09663-FB48-4653-8FAC-B24E269497FB}" type="sibTrans" cxnId="{51DB31D9-A8FB-44D4-AA97-2668217067DA}">
      <dgm:prSet/>
      <dgm:spPr/>
      <dgm:t>
        <a:bodyPr/>
        <a:lstStyle/>
        <a:p>
          <a:endParaRPr lang="en-US"/>
        </a:p>
      </dgm:t>
    </dgm:pt>
    <dgm:pt modelId="{953DBE9C-52E2-4E72-8EA2-FC10C888F3A8}">
      <dgm:prSet/>
      <dgm:spPr/>
      <dgm:t>
        <a:bodyPr/>
        <a:lstStyle/>
        <a:p>
          <a:pPr>
            <a:lnSpc>
              <a:spcPct val="100000"/>
            </a:lnSpc>
          </a:pPr>
          <a:r>
            <a:rPr lang="en-US"/>
            <a:t>The system have potential to significantly improve road safety and reduce the number of accidents caused by fatigue driving</a:t>
          </a:r>
        </a:p>
      </dgm:t>
    </dgm:pt>
    <dgm:pt modelId="{F7E23863-D7D8-4E25-BDF7-B6813DD9A514}" type="parTrans" cxnId="{C5ADEBFB-D604-491C-A089-3030FAEB710E}">
      <dgm:prSet/>
      <dgm:spPr/>
      <dgm:t>
        <a:bodyPr/>
        <a:lstStyle/>
        <a:p>
          <a:endParaRPr lang="en-US"/>
        </a:p>
      </dgm:t>
    </dgm:pt>
    <dgm:pt modelId="{8CD496FF-F2D3-44E1-B4C2-455C124F399D}" type="sibTrans" cxnId="{C5ADEBFB-D604-491C-A089-3030FAEB710E}">
      <dgm:prSet/>
      <dgm:spPr/>
      <dgm:t>
        <a:bodyPr/>
        <a:lstStyle/>
        <a:p>
          <a:endParaRPr lang="en-US"/>
        </a:p>
      </dgm:t>
    </dgm:pt>
    <dgm:pt modelId="{36060422-0A3F-448D-8DD0-8525D72F3F69}" type="pres">
      <dgm:prSet presAssocID="{08A15578-3F62-4C4F-A8A6-5A351AE4522C}" presName="root" presStyleCnt="0">
        <dgm:presLayoutVars>
          <dgm:dir/>
          <dgm:resizeHandles val="exact"/>
        </dgm:presLayoutVars>
      </dgm:prSet>
      <dgm:spPr/>
    </dgm:pt>
    <dgm:pt modelId="{35EDFC76-8411-4C60-B3E4-1A3AA727C190}" type="pres">
      <dgm:prSet presAssocID="{9BC21732-84D0-4DFF-9E4C-448B76C2B603}" presName="compNode" presStyleCnt="0"/>
      <dgm:spPr/>
    </dgm:pt>
    <dgm:pt modelId="{EE48416D-CE0A-4784-A9C5-A69B34D5D5F2}" type="pres">
      <dgm:prSet presAssocID="{9BC21732-84D0-4DFF-9E4C-448B76C2B603}" presName="bgRect" presStyleLbl="bgShp" presStyleIdx="0" presStyleCnt="3"/>
      <dgm:spPr/>
    </dgm:pt>
    <dgm:pt modelId="{D31FFA65-FD36-4884-862E-637FEECA3744}" type="pres">
      <dgm:prSet presAssocID="{9BC21732-84D0-4DFF-9E4C-448B76C2B60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Ambulance"/>
        </a:ext>
      </dgm:extLst>
    </dgm:pt>
    <dgm:pt modelId="{C87379D3-4AE7-4CB5-936B-1E926804B892}" type="pres">
      <dgm:prSet presAssocID="{9BC21732-84D0-4DFF-9E4C-448B76C2B603}" presName="spaceRect" presStyleCnt="0"/>
      <dgm:spPr/>
    </dgm:pt>
    <dgm:pt modelId="{1DC891CD-F2F4-4670-A11A-52E199FE0B0F}" type="pres">
      <dgm:prSet presAssocID="{9BC21732-84D0-4DFF-9E4C-448B76C2B603}" presName="parTx" presStyleLbl="revTx" presStyleIdx="0" presStyleCnt="3">
        <dgm:presLayoutVars>
          <dgm:chMax val="0"/>
          <dgm:chPref val="0"/>
        </dgm:presLayoutVars>
      </dgm:prSet>
      <dgm:spPr/>
    </dgm:pt>
    <dgm:pt modelId="{D4A4B768-4378-4FD1-9097-300B97B6E52F}" type="pres">
      <dgm:prSet presAssocID="{A73CE7A4-25D5-4737-A350-C6F52E7B9F55}" presName="sibTrans" presStyleCnt="0"/>
      <dgm:spPr/>
    </dgm:pt>
    <dgm:pt modelId="{F420259D-DDD9-466D-90DE-BB0BC7AAD565}" type="pres">
      <dgm:prSet presAssocID="{4D889CB8-735C-4792-802C-DEA78D018C2D}" presName="compNode" presStyleCnt="0"/>
      <dgm:spPr/>
    </dgm:pt>
    <dgm:pt modelId="{71339543-2CB5-4376-974F-891B127A827D}" type="pres">
      <dgm:prSet presAssocID="{4D889CB8-735C-4792-802C-DEA78D018C2D}" presName="bgRect" presStyleLbl="bgShp" presStyleIdx="1" presStyleCnt="3"/>
      <dgm:spPr/>
    </dgm:pt>
    <dgm:pt modelId="{5A2F0FEC-8317-4ECE-87B9-D3975AA2F0D0}" type="pres">
      <dgm:prSet presAssocID="{4D889CB8-735C-4792-802C-DEA78D018C2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Hospital"/>
        </a:ext>
      </dgm:extLst>
    </dgm:pt>
    <dgm:pt modelId="{21D29AC4-CF4D-43D4-B2C9-A350B443F467}" type="pres">
      <dgm:prSet presAssocID="{4D889CB8-735C-4792-802C-DEA78D018C2D}" presName="spaceRect" presStyleCnt="0"/>
      <dgm:spPr/>
    </dgm:pt>
    <dgm:pt modelId="{50EB4F50-EB33-40BF-9284-11E32067849B}" type="pres">
      <dgm:prSet presAssocID="{4D889CB8-735C-4792-802C-DEA78D018C2D}" presName="parTx" presStyleLbl="revTx" presStyleIdx="1" presStyleCnt="3">
        <dgm:presLayoutVars>
          <dgm:chMax val="0"/>
          <dgm:chPref val="0"/>
        </dgm:presLayoutVars>
      </dgm:prSet>
      <dgm:spPr/>
    </dgm:pt>
    <dgm:pt modelId="{97DAB1DE-5329-4BC5-ACDA-9402E24EFF2D}" type="pres">
      <dgm:prSet presAssocID="{EEA09663-FB48-4653-8FAC-B24E269497FB}" presName="sibTrans" presStyleCnt="0"/>
      <dgm:spPr/>
    </dgm:pt>
    <dgm:pt modelId="{C8F7D285-7843-4CB2-9B6B-A50A19210DE9}" type="pres">
      <dgm:prSet presAssocID="{953DBE9C-52E2-4E72-8EA2-FC10C888F3A8}" presName="compNode" presStyleCnt="0"/>
      <dgm:spPr/>
    </dgm:pt>
    <dgm:pt modelId="{B841FB3A-90A7-43FC-97AB-F42558987A43}" type="pres">
      <dgm:prSet presAssocID="{953DBE9C-52E2-4E72-8EA2-FC10C888F3A8}" presName="bgRect" presStyleLbl="bgShp" presStyleIdx="2" presStyleCnt="3"/>
      <dgm:spPr/>
    </dgm:pt>
    <dgm:pt modelId="{BD6D3F32-B136-44EB-B3C8-BF413036096B}" type="pres">
      <dgm:prSet presAssocID="{953DBE9C-52E2-4E72-8EA2-FC10C888F3A8}"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cooter"/>
        </a:ext>
      </dgm:extLst>
    </dgm:pt>
    <dgm:pt modelId="{B9910F1E-97DD-4AD1-8F54-8E302D79E2A6}" type="pres">
      <dgm:prSet presAssocID="{953DBE9C-52E2-4E72-8EA2-FC10C888F3A8}" presName="spaceRect" presStyleCnt="0"/>
      <dgm:spPr/>
    </dgm:pt>
    <dgm:pt modelId="{4156A6D6-FCAF-4889-867B-0BAA25412A00}" type="pres">
      <dgm:prSet presAssocID="{953DBE9C-52E2-4E72-8EA2-FC10C888F3A8}" presName="parTx" presStyleLbl="revTx" presStyleIdx="2" presStyleCnt="3">
        <dgm:presLayoutVars>
          <dgm:chMax val="0"/>
          <dgm:chPref val="0"/>
        </dgm:presLayoutVars>
      </dgm:prSet>
      <dgm:spPr/>
    </dgm:pt>
  </dgm:ptLst>
  <dgm:cxnLst>
    <dgm:cxn modelId="{9497E692-DF44-4ACA-A432-F0B23A21BE6E}" type="presOf" srcId="{4D889CB8-735C-4792-802C-DEA78D018C2D}" destId="{50EB4F50-EB33-40BF-9284-11E32067849B}" srcOrd="0" destOrd="0" presId="urn:microsoft.com/office/officeart/2018/2/layout/IconVerticalSolidList"/>
    <dgm:cxn modelId="{BCA6D094-AC80-44D5-8F4D-423AE98FBE85}" type="presOf" srcId="{9BC21732-84D0-4DFF-9E4C-448B76C2B603}" destId="{1DC891CD-F2F4-4670-A11A-52E199FE0B0F}" srcOrd="0" destOrd="0" presId="urn:microsoft.com/office/officeart/2018/2/layout/IconVerticalSolidList"/>
    <dgm:cxn modelId="{F780CCA2-3D62-4C65-8D6C-339B01338B48}" type="presOf" srcId="{08A15578-3F62-4C4F-A8A6-5A351AE4522C}" destId="{36060422-0A3F-448D-8DD0-8525D72F3F69}" srcOrd="0" destOrd="0" presId="urn:microsoft.com/office/officeart/2018/2/layout/IconVerticalSolidList"/>
    <dgm:cxn modelId="{51DB31D9-A8FB-44D4-AA97-2668217067DA}" srcId="{08A15578-3F62-4C4F-A8A6-5A351AE4522C}" destId="{4D889CB8-735C-4792-802C-DEA78D018C2D}" srcOrd="1" destOrd="0" parTransId="{044AFB96-11B6-4A92-9173-77C1B03DA9AA}" sibTransId="{EEA09663-FB48-4653-8FAC-B24E269497FB}"/>
    <dgm:cxn modelId="{2AAD97E2-87CE-498C-8918-AF7BD0287794}" srcId="{08A15578-3F62-4C4F-A8A6-5A351AE4522C}" destId="{9BC21732-84D0-4DFF-9E4C-448B76C2B603}" srcOrd="0" destOrd="0" parTransId="{4BCD4F6B-D412-4BC6-9E7D-3247B94B1DB7}" sibTransId="{A73CE7A4-25D5-4737-A350-C6F52E7B9F55}"/>
    <dgm:cxn modelId="{2743E9F3-8F82-4E0A-8E91-B27B22320528}" type="presOf" srcId="{953DBE9C-52E2-4E72-8EA2-FC10C888F3A8}" destId="{4156A6D6-FCAF-4889-867B-0BAA25412A00}" srcOrd="0" destOrd="0" presId="urn:microsoft.com/office/officeart/2018/2/layout/IconVerticalSolidList"/>
    <dgm:cxn modelId="{C5ADEBFB-D604-491C-A089-3030FAEB710E}" srcId="{08A15578-3F62-4C4F-A8A6-5A351AE4522C}" destId="{953DBE9C-52E2-4E72-8EA2-FC10C888F3A8}" srcOrd="2" destOrd="0" parTransId="{F7E23863-D7D8-4E25-BDF7-B6813DD9A514}" sibTransId="{8CD496FF-F2D3-44E1-B4C2-455C124F399D}"/>
    <dgm:cxn modelId="{BE5FE9F0-67A2-48CC-B4A8-7376E6A61E98}" type="presParOf" srcId="{36060422-0A3F-448D-8DD0-8525D72F3F69}" destId="{35EDFC76-8411-4C60-B3E4-1A3AA727C190}" srcOrd="0" destOrd="0" presId="urn:microsoft.com/office/officeart/2018/2/layout/IconVerticalSolidList"/>
    <dgm:cxn modelId="{3D589AC6-1BF1-445A-A014-3A91B3423745}" type="presParOf" srcId="{35EDFC76-8411-4C60-B3E4-1A3AA727C190}" destId="{EE48416D-CE0A-4784-A9C5-A69B34D5D5F2}" srcOrd="0" destOrd="0" presId="urn:microsoft.com/office/officeart/2018/2/layout/IconVerticalSolidList"/>
    <dgm:cxn modelId="{35E13E92-04D0-4A0A-94D5-98D630325E8F}" type="presParOf" srcId="{35EDFC76-8411-4C60-B3E4-1A3AA727C190}" destId="{D31FFA65-FD36-4884-862E-637FEECA3744}" srcOrd="1" destOrd="0" presId="urn:microsoft.com/office/officeart/2018/2/layout/IconVerticalSolidList"/>
    <dgm:cxn modelId="{712CCCB1-DFBA-44E7-866A-2F0E8CFBDF3A}" type="presParOf" srcId="{35EDFC76-8411-4C60-B3E4-1A3AA727C190}" destId="{C87379D3-4AE7-4CB5-936B-1E926804B892}" srcOrd="2" destOrd="0" presId="urn:microsoft.com/office/officeart/2018/2/layout/IconVerticalSolidList"/>
    <dgm:cxn modelId="{7A6CCD56-CD6A-4952-A793-E6DB91037FCD}" type="presParOf" srcId="{35EDFC76-8411-4C60-B3E4-1A3AA727C190}" destId="{1DC891CD-F2F4-4670-A11A-52E199FE0B0F}" srcOrd="3" destOrd="0" presId="urn:microsoft.com/office/officeart/2018/2/layout/IconVerticalSolidList"/>
    <dgm:cxn modelId="{F9D065CC-34EC-4C94-8293-8E4CCF5F678A}" type="presParOf" srcId="{36060422-0A3F-448D-8DD0-8525D72F3F69}" destId="{D4A4B768-4378-4FD1-9097-300B97B6E52F}" srcOrd="1" destOrd="0" presId="urn:microsoft.com/office/officeart/2018/2/layout/IconVerticalSolidList"/>
    <dgm:cxn modelId="{AAD4AE07-2C92-4D95-92E8-0444EFE8B6A3}" type="presParOf" srcId="{36060422-0A3F-448D-8DD0-8525D72F3F69}" destId="{F420259D-DDD9-466D-90DE-BB0BC7AAD565}" srcOrd="2" destOrd="0" presId="urn:microsoft.com/office/officeart/2018/2/layout/IconVerticalSolidList"/>
    <dgm:cxn modelId="{6FB4C828-E1C9-4711-B4C5-FBD850FC3BCE}" type="presParOf" srcId="{F420259D-DDD9-466D-90DE-BB0BC7AAD565}" destId="{71339543-2CB5-4376-974F-891B127A827D}" srcOrd="0" destOrd="0" presId="urn:microsoft.com/office/officeart/2018/2/layout/IconVerticalSolidList"/>
    <dgm:cxn modelId="{B06D2FE3-383C-4B21-9C96-42A9F55DE4DB}" type="presParOf" srcId="{F420259D-DDD9-466D-90DE-BB0BC7AAD565}" destId="{5A2F0FEC-8317-4ECE-87B9-D3975AA2F0D0}" srcOrd="1" destOrd="0" presId="urn:microsoft.com/office/officeart/2018/2/layout/IconVerticalSolidList"/>
    <dgm:cxn modelId="{AAF29820-419A-4D1E-BA67-2BB127F54FC1}" type="presParOf" srcId="{F420259D-DDD9-466D-90DE-BB0BC7AAD565}" destId="{21D29AC4-CF4D-43D4-B2C9-A350B443F467}" srcOrd="2" destOrd="0" presId="urn:microsoft.com/office/officeart/2018/2/layout/IconVerticalSolidList"/>
    <dgm:cxn modelId="{9F806303-7E39-4A0A-B6AF-C69B6F9363D4}" type="presParOf" srcId="{F420259D-DDD9-466D-90DE-BB0BC7AAD565}" destId="{50EB4F50-EB33-40BF-9284-11E32067849B}" srcOrd="3" destOrd="0" presId="urn:microsoft.com/office/officeart/2018/2/layout/IconVerticalSolidList"/>
    <dgm:cxn modelId="{06457F73-402D-4E25-B5DA-546D2FE0AEA7}" type="presParOf" srcId="{36060422-0A3F-448D-8DD0-8525D72F3F69}" destId="{97DAB1DE-5329-4BC5-ACDA-9402E24EFF2D}" srcOrd="3" destOrd="0" presId="urn:microsoft.com/office/officeart/2018/2/layout/IconVerticalSolidList"/>
    <dgm:cxn modelId="{8AAF148A-0A5A-4EEC-B2F8-3CA2AFD3B768}" type="presParOf" srcId="{36060422-0A3F-448D-8DD0-8525D72F3F69}" destId="{C8F7D285-7843-4CB2-9B6B-A50A19210DE9}" srcOrd="4" destOrd="0" presId="urn:microsoft.com/office/officeart/2018/2/layout/IconVerticalSolidList"/>
    <dgm:cxn modelId="{118AC300-042A-4834-9745-996B1CC50874}" type="presParOf" srcId="{C8F7D285-7843-4CB2-9B6B-A50A19210DE9}" destId="{B841FB3A-90A7-43FC-97AB-F42558987A43}" srcOrd="0" destOrd="0" presId="urn:microsoft.com/office/officeart/2018/2/layout/IconVerticalSolidList"/>
    <dgm:cxn modelId="{399239BC-9A79-4C2D-BA9F-865B5A85A01B}" type="presParOf" srcId="{C8F7D285-7843-4CB2-9B6B-A50A19210DE9}" destId="{BD6D3F32-B136-44EB-B3C8-BF413036096B}" srcOrd="1" destOrd="0" presId="urn:microsoft.com/office/officeart/2018/2/layout/IconVerticalSolidList"/>
    <dgm:cxn modelId="{C66AA057-6680-4D83-937F-B7DF7E990887}" type="presParOf" srcId="{C8F7D285-7843-4CB2-9B6B-A50A19210DE9}" destId="{B9910F1E-97DD-4AD1-8F54-8E302D79E2A6}" srcOrd="2" destOrd="0" presId="urn:microsoft.com/office/officeart/2018/2/layout/IconVerticalSolidList"/>
    <dgm:cxn modelId="{8498CE7B-86B9-47FA-BD6F-05B5A4DD8E7C}" type="presParOf" srcId="{C8F7D285-7843-4CB2-9B6B-A50A19210DE9}" destId="{4156A6D6-FCAF-4889-867B-0BAA25412A0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EACCD4-B0CB-4520-B9AF-2EBFAAB1F3DB}">
      <dsp:nvSpPr>
        <dsp:cNvPr id="0" name=""/>
        <dsp:cNvSpPr/>
      </dsp:nvSpPr>
      <dsp:spPr>
        <a:xfrm>
          <a:off x="180016" y="315038"/>
          <a:ext cx="1319234" cy="1319234"/>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1AE6EC-3D3D-4E62-A462-E0CAB3F1032F}">
      <dsp:nvSpPr>
        <dsp:cNvPr id="0" name=""/>
        <dsp:cNvSpPr/>
      </dsp:nvSpPr>
      <dsp:spPr>
        <a:xfrm>
          <a:off x="457055" y="592077"/>
          <a:ext cx="765155" cy="76515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9E344BD-5AF3-4486-BA56-E200A9B71FA9}">
      <dsp:nvSpPr>
        <dsp:cNvPr id="0" name=""/>
        <dsp:cNvSpPr/>
      </dsp:nvSpPr>
      <dsp:spPr>
        <a:xfrm>
          <a:off x="1781943" y="315038"/>
          <a:ext cx="3109623" cy="13192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b="0" i="0" kern="1200" dirty="0"/>
            <a:t>Drowsiness or fatigue is a common issue that can affect any driver, particularly on long trips, at night, or in the early morning. </a:t>
          </a:r>
          <a:endParaRPr lang="en-US" sz="1200" kern="1200" dirty="0"/>
        </a:p>
      </dsp:txBody>
      <dsp:txXfrm>
        <a:off x="1781943" y="315038"/>
        <a:ext cx="3109623" cy="1319234"/>
      </dsp:txXfrm>
    </dsp:sp>
    <dsp:sp modelId="{73F9A4C0-42D1-481E-B693-0DD169DB490B}">
      <dsp:nvSpPr>
        <dsp:cNvPr id="0" name=""/>
        <dsp:cNvSpPr/>
      </dsp:nvSpPr>
      <dsp:spPr>
        <a:xfrm>
          <a:off x="5433395" y="315038"/>
          <a:ext cx="1319234" cy="1319234"/>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D79030-8946-46C6-9B1F-3338584A0A82}">
      <dsp:nvSpPr>
        <dsp:cNvPr id="0" name=""/>
        <dsp:cNvSpPr/>
      </dsp:nvSpPr>
      <dsp:spPr>
        <a:xfrm>
          <a:off x="5710434" y="592077"/>
          <a:ext cx="765155" cy="76515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BC0C6BE-34E9-4595-8033-87FDD4F1E84D}">
      <dsp:nvSpPr>
        <dsp:cNvPr id="0" name=""/>
        <dsp:cNvSpPr/>
      </dsp:nvSpPr>
      <dsp:spPr>
        <a:xfrm>
          <a:off x="7035322" y="315038"/>
          <a:ext cx="3109623" cy="13192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b="0" i="0" kern="1200"/>
            <a:t>Drowsy driving is the risky combination of driving while tired. This usually occurs when a driver has not gotten enough sleep, but it can also occur as a result of untreated sleep disorders or shift work.</a:t>
          </a:r>
          <a:endParaRPr lang="en-US" sz="1200" kern="1200"/>
        </a:p>
      </dsp:txBody>
      <dsp:txXfrm>
        <a:off x="7035322" y="315038"/>
        <a:ext cx="3109623" cy="1319234"/>
      </dsp:txXfrm>
    </dsp:sp>
    <dsp:sp modelId="{4B820A33-DC86-4B70-A411-982421736DE2}">
      <dsp:nvSpPr>
        <dsp:cNvPr id="0" name=""/>
        <dsp:cNvSpPr/>
      </dsp:nvSpPr>
      <dsp:spPr>
        <a:xfrm>
          <a:off x="180016" y="2303733"/>
          <a:ext cx="1319234" cy="1319234"/>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CFF5E8A-2994-4178-8A2B-D4902916FF62}">
      <dsp:nvSpPr>
        <dsp:cNvPr id="0" name=""/>
        <dsp:cNvSpPr/>
      </dsp:nvSpPr>
      <dsp:spPr>
        <a:xfrm>
          <a:off x="457055" y="2580772"/>
          <a:ext cx="765155" cy="76515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13E9685-FF6B-4D82-A984-3D2DE697268D}">
      <dsp:nvSpPr>
        <dsp:cNvPr id="0" name=""/>
        <dsp:cNvSpPr/>
      </dsp:nvSpPr>
      <dsp:spPr>
        <a:xfrm>
          <a:off x="1781943" y="2303733"/>
          <a:ext cx="3109623" cy="13192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b="0" i="0" kern="1200"/>
            <a:t>The project aims at detecting drowsiness while driving to alert the driver at the right time to prevent any mishappening. </a:t>
          </a:r>
          <a:endParaRPr lang="en-US" sz="1200" kern="1200"/>
        </a:p>
      </dsp:txBody>
      <dsp:txXfrm>
        <a:off x="1781943" y="2303733"/>
        <a:ext cx="3109623" cy="1319234"/>
      </dsp:txXfrm>
    </dsp:sp>
    <dsp:sp modelId="{96A59FC3-87D8-4129-9CD9-F08694DC3A7B}">
      <dsp:nvSpPr>
        <dsp:cNvPr id="0" name=""/>
        <dsp:cNvSpPr/>
      </dsp:nvSpPr>
      <dsp:spPr>
        <a:xfrm>
          <a:off x="5433395" y="2303733"/>
          <a:ext cx="1319234" cy="1319234"/>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B9F4ED0-C4F3-4799-B309-727F22A9EFCF}">
      <dsp:nvSpPr>
        <dsp:cNvPr id="0" name=""/>
        <dsp:cNvSpPr/>
      </dsp:nvSpPr>
      <dsp:spPr>
        <a:xfrm>
          <a:off x="5710434" y="2580772"/>
          <a:ext cx="765155" cy="76515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2CB47ED-ADBC-405D-85CD-4F6460F52833}">
      <dsp:nvSpPr>
        <dsp:cNvPr id="0" name=""/>
        <dsp:cNvSpPr/>
      </dsp:nvSpPr>
      <dsp:spPr>
        <a:xfrm>
          <a:off x="7035322" y="2303733"/>
          <a:ext cx="3109623" cy="13192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b="0" i="0" kern="1200"/>
            <a:t>A drowsiness detection system's goal is to reduce accidents caused by drowsy driving and promote road safety. It is a must-have for long-haul truck drivers, shift workers, and others who drive for long periods of time and are prone to drowsiness. </a:t>
          </a:r>
          <a:endParaRPr lang="en-US" sz="1200" kern="1200"/>
        </a:p>
      </dsp:txBody>
      <dsp:txXfrm>
        <a:off x="7035322" y="2303733"/>
        <a:ext cx="3109623" cy="13192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F9B6E0-7BED-487E-8FD8-090959DEFC5B}">
      <dsp:nvSpPr>
        <dsp:cNvPr id="0" name=""/>
        <dsp:cNvSpPr/>
      </dsp:nvSpPr>
      <dsp:spPr>
        <a:xfrm>
          <a:off x="0" y="640"/>
          <a:ext cx="6391275" cy="149868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2BED871-F982-46FF-8AC7-4C5E83D0D777}">
      <dsp:nvSpPr>
        <dsp:cNvPr id="0" name=""/>
        <dsp:cNvSpPr/>
      </dsp:nvSpPr>
      <dsp:spPr>
        <a:xfrm>
          <a:off x="453352" y="337845"/>
          <a:ext cx="824278" cy="82427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3EE2671-07C9-41BB-BE6F-5D8EBC506671}">
      <dsp:nvSpPr>
        <dsp:cNvPr id="0" name=""/>
        <dsp:cNvSpPr/>
      </dsp:nvSpPr>
      <dsp:spPr>
        <a:xfrm>
          <a:off x="1730984" y="640"/>
          <a:ext cx="4660290" cy="1498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611" tIns="158611" rIns="158611" bIns="158611" numCol="1" spcCol="1270" anchor="ctr" anchorCtr="0">
          <a:noAutofit/>
        </a:bodyPr>
        <a:lstStyle/>
        <a:p>
          <a:pPr marL="0" lvl="0" indent="0" algn="l" defTabSz="711200">
            <a:lnSpc>
              <a:spcPct val="90000"/>
            </a:lnSpc>
            <a:spcBef>
              <a:spcPct val="0"/>
            </a:spcBef>
            <a:spcAft>
              <a:spcPct val="35000"/>
            </a:spcAft>
            <a:buNone/>
          </a:pPr>
          <a:r>
            <a:rPr lang="en-US" sz="1600" kern="1200" dirty="0"/>
            <a:t>Instead of trying to determine “Eye blinks," we will be more focused in observing whether the eyes are closed, or half closed.</a:t>
          </a:r>
        </a:p>
      </dsp:txBody>
      <dsp:txXfrm>
        <a:off x="1730984" y="640"/>
        <a:ext cx="4660290" cy="1498687"/>
      </dsp:txXfrm>
    </dsp:sp>
    <dsp:sp modelId="{2000D786-4ABA-4D91-86A7-113BA195A658}">
      <dsp:nvSpPr>
        <dsp:cNvPr id="0" name=""/>
        <dsp:cNvSpPr/>
      </dsp:nvSpPr>
      <dsp:spPr>
        <a:xfrm>
          <a:off x="0" y="1873999"/>
          <a:ext cx="6391275" cy="1498687"/>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F4D9F2-E4E5-4C8E-BCA0-4198FDB9759C}">
      <dsp:nvSpPr>
        <dsp:cNvPr id="0" name=""/>
        <dsp:cNvSpPr/>
      </dsp:nvSpPr>
      <dsp:spPr>
        <a:xfrm>
          <a:off x="453352" y="2211204"/>
          <a:ext cx="824278" cy="82427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CE03A6C-3121-4768-8CF9-6E85D88C8EEA}">
      <dsp:nvSpPr>
        <dsp:cNvPr id="0" name=""/>
        <dsp:cNvSpPr/>
      </dsp:nvSpPr>
      <dsp:spPr>
        <a:xfrm>
          <a:off x="1730984" y="1873999"/>
          <a:ext cx="4660290" cy="1498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611" tIns="158611" rIns="158611" bIns="158611" numCol="1" spcCol="1270" anchor="ctr" anchorCtr="0">
          <a:noAutofit/>
        </a:bodyPr>
        <a:lstStyle/>
        <a:p>
          <a:pPr marL="0" lvl="0" indent="0" algn="l" defTabSz="711200">
            <a:lnSpc>
              <a:spcPct val="90000"/>
            </a:lnSpc>
            <a:spcBef>
              <a:spcPct val="0"/>
            </a:spcBef>
            <a:spcAft>
              <a:spcPct val="35000"/>
            </a:spcAft>
            <a:buNone/>
          </a:pPr>
          <a:r>
            <a:rPr lang="en-US" sz="1600" kern="1200" dirty="0"/>
            <a:t>By using powerful libraries like OpenCV, </a:t>
          </a:r>
          <a:r>
            <a:rPr lang="en-US" sz="1600" kern="1200" dirty="0" err="1"/>
            <a:t>Dlib</a:t>
          </a:r>
          <a:r>
            <a:rPr lang="en-US" sz="1600" kern="1200" dirty="0"/>
            <a:t> and </a:t>
          </a:r>
          <a:r>
            <a:rPr lang="en-US" sz="1600" kern="1200" dirty="0" err="1"/>
            <a:t>MediaPipe</a:t>
          </a:r>
          <a:r>
            <a:rPr lang="en-US" sz="1600" kern="1200" dirty="0"/>
            <a:t> we'll use the observation that "Our eyes close when driver feels sleepy, and half closed when he is drowsy.”</a:t>
          </a:r>
        </a:p>
      </dsp:txBody>
      <dsp:txXfrm>
        <a:off x="1730984" y="1873999"/>
        <a:ext cx="4660290" cy="1498687"/>
      </dsp:txXfrm>
    </dsp:sp>
    <dsp:sp modelId="{1A43D12C-E4F4-484C-BEE9-00BDFBA464EB}">
      <dsp:nvSpPr>
        <dsp:cNvPr id="0" name=""/>
        <dsp:cNvSpPr/>
      </dsp:nvSpPr>
      <dsp:spPr>
        <a:xfrm>
          <a:off x="0" y="3747359"/>
          <a:ext cx="6391275" cy="1498687"/>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EC74AA2-B31B-4984-B5BE-CB4AD783DB2E}">
      <dsp:nvSpPr>
        <dsp:cNvPr id="0" name=""/>
        <dsp:cNvSpPr/>
      </dsp:nvSpPr>
      <dsp:spPr>
        <a:xfrm>
          <a:off x="453352" y="4084563"/>
          <a:ext cx="824278" cy="82427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AE2F91C-0793-43C6-A67A-0FDEF676DB6C}">
      <dsp:nvSpPr>
        <dsp:cNvPr id="0" name=""/>
        <dsp:cNvSpPr/>
      </dsp:nvSpPr>
      <dsp:spPr>
        <a:xfrm>
          <a:off x="1730984" y="3747359"/>
          <a:ext cx="4660290" cy="1498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611" tIns="158611" rIns="158611" bIns="158611" numCol="1" spcCol="1270" anchor="ctr" anchorCtr="0">
          <a:noAutofit/>
        </a:bodyPr>
        <a:lstStyle/>
        <a:p>
          <a:pPr marL="0" lvl="0" indent="0" algn="l" defTabSz="711200">
            <a:lnSpc>
              <a:spcPct val="90000"/>
            </a:lnSpc>
            <a:spcBef>
              <a:spcPct val="0"/>
            </a:spcBef>
            <a:spcAft>
              <a:spcPct val="35000"/>
            </a:spcAft>
            <a:buNone/>
          </a:pPr>
          <a:r>
            <a:rPr lang="en-US" sz="1600" kern="1200" dirty="0"/>
            <a:t>The Eye Aspect Ratio (EAR) is the key algorithm that helps determine whether the eyes are closed.</a:t>
          </a:r>
        </a:p>
      </dsp:txBody>
      <dsp:txXfrm>
        <a:off x="1730984" y="3747359"/>
        <a:ext cx="4660290" cy="149868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84A39F-85A1-4430-9884-5BE479F79CE5}">
      <dsp:nvSpPr>
        <dsp:cNvPr id="0" name=""/>
        <dsp:cNvSpPr/>
      </dsp:nvSpPr>
      <dsp:spPr>
        <a:xfrm>
          <a:off x="61415" y="162392"/>
          <a:ext cx="1258021" cy="1258021"/>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44BF60-0ACA-4D4A-BD68-58338D5604DD}">
      <dsp:nvSpPr>
        <dsp:cNvPr id="0" name=""/>
        <dsp:cNvSpPr/>
      </dsp:nvSpPr>
      <dsp:spPr>
        <a:xfrm>
          <a:off x="325600" y="426576"/>
          <a:ext cx="729652" cy="72965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85A0CB9-B6A3-400E-8EBB-E506E75D95D2}">
      <dsp:nvSpPr>
        <dsp:cNvPr id="0" name=""/>
        <dsp:cNvSpPr/>
      </dsp:nvSpPr>
      <dsp:spPr>
        <a:xfrm>
          <a:off x="1589012" y="162392"/>
          <a:ext cx="2965335" cy="12580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90000"/>
            </a:lnSpc>
            <a:spcBef>
              <a:spcPct val="0"/>
            </a:spcBef>
            <a:spcAft>
              <a:spcPct val="35000"/>
            </a:spcAft>
            <a:buNone/>
          </a:pPr>
          <a:r>
            <a:rPr lang="en-US" sz="1200" kern="1200" dirty="0"/>
            <a:t>OpenCV : OpenCV is a well-known open-source library that offers many tools and functions for processing images and videos. It provides a wide range of features for feature recognition, computer vision techniques, and picture editing. </a:t>
          </a:r>
        </a:p>
      </dsp:txBody>
      <dsp:txXfrm>
        <a:off x="1589012" y="162392"/>
        <a:ext cx="2965335" cy="1258021"/>
      </dsp:txXfrm>
    </dsp:sp>
    <dsp:sp modelId="{86B75CA3-6DD1-4CFE-A1B6-3D6386BAC402}">
      <dsp:nvSpPr>
        <dsp:cNvPr id="0" name=""/>
        <dsp:cNvSpPr/>
      </dsp:nvSpPr>
      <dsp:spPr>
        <a:xfrm>
          <a:off x="5071035" y="162392"/>
          <a:ext cx="1258021" cy="1258021"/>
        </a:xfrm>
        <a:prstGeom prst="ellipse">
          <a:avLst/>
        </a:prstGeom>
        <a:solidFill>
          <a:schemeClr val="accent5">
            <a:hueOff val="812808"/>
            <a:satOff val="-6481"/>
            <a:lumOff val="-4902"/>
            <a:alphaOff val="0"/>
          </a:schemeClr>
        </a:solidFill>
        <a:ln>
          <a:noFill/>
        </a:ln>
        <a:effectLst/>
      </dsp:spPr>
      <dsp:style>
        <a:lnRef idx="0">
          <a:scrgbClr r="0" g="0" b="0"/>
        </a:lnRef>
        <a:fillRef idx="1">
          <a:scrgbClr r="0" g="0" b="0"/>
        </a:fillRef>
        <a:effectRef idx="0">
          <a:scrgbClr r="0" g="0" b="0"/>
        </a:effectRef>
        <a:fontRef idx="minor"/>
      </dsp:style>
    </dsp:sp>
    <dsp:sp modelId="{E632F3D3-881F-4515-93E4-CAB24A4596E1}">
      <dsp:nvSpPr>
        <dsp:cNvPr id="0" name=""/>
        <dsp:cNvSpPr/>
      </dsp:nvSpPr>
      <dsp:spPr>
        <a:xfrm>
          <a:off x="5335219" y="426576"/>
          <a:ext cx="729652" cy="72965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5F5E911-D029-4DA3-BD8D-CEA425BBFC9D}">
      <dsp:nvSpPr>
        <dsp:cNvPr id="0" name=""/>
        <dsp:cNvSpPr/>
      </dsp:nvSpPr>
      <dsp:spPr>
        <a:xfrm>
          <a:off x="6598632" y="162392"/>
          <a:ext cx="2965335" cy="12580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90000"/>
            </a:lnSpc>
            <a:spcBef>
              <a:spcPct val="0"/>
            </a:spcBef>
            <a:spcAft>
              <a:spcPct val="35000"/>
            </a:spcAft>
            <a:buNone/>
          </a:pPr>
          <a:r>
            <a:rPr lang="en-US" sz="1200" kern="1200"/>
            <a:t>Dlib : It provides reliable facial landmark detection, which is essential. It enables precise tracking of facial expressions and eye movements by recognising important face landmarks including the eyes and lips. This knowledge is essential for identifying drowsy symptoms.</a:t>
          </a:r>
        </a:p>
      </dsp:txBody>
      <dsp:txXfrm>
        <a:off x="6598632" y="162392"/>
        <a:ext cx="2965335" cy="1258021"/>
      </dsp:txXfrm>
    </dsp:sp>
    <dsp:sp modelId="{160E1810-710C-4DCC-BCD5-0B00CADC54A9}">
      <dsp:nvSpPr>
        <dsp:cNvPr id="0" name=""/>
        <dsp:cNvSpPr/>
      </dsp:nvSpPr>
      <dsp:spPr>
        <a:xfrm>
          <a:off x="61415" y="2002269"/>
          <a:ext cx="1258021" cy="1258021"/>
        </a:xfrm>
        <a:prstGeom prst="ellipse">
          <a:avLst/>
        </a:prstGeom>
        <a:solidFill>
          <a:schemeClr val="accent5">
            <a:hueOff val="1625617"/>
            <a:satOff val="-12962"/>
            <a:lumOff val="-9803"/>
            <a:alphaOff val="0"/>
          </a:schemeClr>
        </a:solidFill>
        <a:ln>
          <a:noFill/>
        </a:ln>
        <a:effectLst/>
      </dsp:spPr>
      <dsp:style>
        <a:lnRef idx="0">
          <a:scrgbClr r="0" g="0" b="0"/>
        </a:lnRef>
        <a:fillRef idx="1">
          <a:scrgbClr r="0" g="0" b="0"/>
        </a:fillRef>
        <a:effectRef idx="0">
          <a:scrgbClr r="0" g="0" b="0"/>
        </a:effectRef>
        <a:fontRef idx="minor"/>
      </dsp:style>
    </dsp:sp>
    <dsp:sp modelId="{91638BBB-EB54-486F-9148-A93AED2D1140}">
      <dsp:nvSpPr>
        <dsp:cNvPr id="0" name=""/>
        <dsp:cNvSpPr/>
      </dsp:nvSpPr>
      <dsp:spPr>
        <a:xfrm>
          <a:off x="325600" y="2266453"/>
          <a:ext cx="729652" cy="72965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D61D86C-1300-4924-81FD-F75375DF4D06}">
      <dsp:nvSpPr>
        <dsp:cNvPr id="0" name=""/>
        <dsp:cNvSpPr/>
      </dsp:nvSpPr>
      <dsp:spPr>
        <a:xfrm>
          <a:off x="1589012" y="2002269"/>
          <a:ext cx="2965335" cy="12580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90000"/>
            </a:lnSpc>
            <a:spcBef>
              <a:spcPct val="0"/>
            </a:spcBef>
            <a:spcAft>
              <a:spcPct val="35000"/>
            </a:spcAft>
            <a:buNone/>
          </a:pPr>
          <a:r>
            <a:rPr lang="en-US" sz="1200" kern="1200"/>
            <a:t>MediaPipe: It include modules like FaceMesh, which, in conjunction with other features like position estimation and gesture recognition, can be used for sleep detection systems. FaceMesh also can monitor facial landmarks.</a:t>
          </a:r>
        </a:p>
      </dsp:txBody>
      <dsp:txXfrm>
        <a:off x="1589012" y="2002269"/>
        <a:ext cx="2965335" cy="1258021"/>
      </dsp:txXfrm>
    </dsp:sp>
    <dsp:sp modelId="{39AC68F5-4CA4-4D79-A409-EEAD6BB73A59}">
      <dsp:nvSpPr>
        <dsp:cNvPr id="0" name=""/>
        <dsp:cNvSpPr/>
      </dsp:nvSpPr>
      <dsp:spPr>
        <a:xfrm>
          <a:off x="5071035" y="2002269"/>
          <a:ext cx="1258021" cy="1258021"/>
        </a:xfrm>
        <a:prstGeom prst="ellipse">
          <a:avLst/>
        </a:prstGeom>
        <a:solidFill>
          <a:schemeClr val="accent5">
            <a:hueOff val="2438425"/>
            <a:satOff val="-19443"/>
            <a:lumOff val="-14705"/>
            <a:alphaOff val="0"/>
          </a:schemeClr>
        </a:solidFill>
        <a:ln>
          <a:noFill/>
        </a:ln>
        <a:effectLst/>
      </dsp:spPr>
      <dsp:style>
        <a:lnRef idx="0">
          <a:scrgbClr r="0" g="0" b="0"/>
        </a:lnRef>
        <a:fillRef idx="1">
          <a:scrgbClr r="0" g="0" b="0"/>
        </a:fillRef>
        <a:effectRef idx="0">
          <a:scrgbClr r="0" g="0" b="0"/>
        </a:effectRef>
        <a:fontRef idx="minor"/>
      </dsp:style>
    </dsp:sp>
    <dsp:sp modelId="{AF4E9CF1-5A10-4157-9537-9BDBE5AEAC5A}">
      <dsp:nvSpPr>
        <dsp:cNvPr id="0" name=""/>
        <dsp:cNvSpPr/>
      </dsp:nvSpPr>
      <dsp:spPr>
        <a:xfrm>
          <a:off x="5335219" y="2266453"/>
          <a:ext cx="729652" cy="72965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E2F2FD5-0FDD-4FF8-81E2-9C336A7E5AD8}">
      <dsp:nvSpPr>
        <dsp:cNvPr id="0" name=""/>
        <dsp:cNvSpPr/>
      </dsp:nvSpPr>
      <dsp:spPr>
        <a:xfrm>
          <a:off x="6598632" y="2002269"/>
          <a:ext cx="2965335" cy="12580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90000"/>
            </a:lnSpc>
            <a:spcBef>
              <a:spcPct val="0"/>
            </a:spcBef>
            <a:spcAft>
              <a:spcPct val="35000"/>
            </a:spcAft>
            <a:buNone/>
          </a:pPr>
          <a:r>
            <a:rPr lang="en-US" sz="1200" kern="1200"/>
            <a:t>Facemesh : It offers a rich network of facial landmarks, such as the corners and lids of the eyes. Also, it makes it possible to precisely track eye movements and identify blinks.</a:t>
          </a:r>
        </a:p>
      </dsp:txBody>
      <dsp:txXfrm>
        <a:off x="6598632" y="2002269"/>
        <a:ext cx="2965335" cy="125802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C91CAE-C1A0-4253-ABEF-4877FF4D4155}">
      <dsp:nvSpPr>
        <dsp:cNvPr id="0" name=""/>
        <dsp:cNvSpPr/>
      </dsp:nvSpPr>
      <dsp:spPr>
        <a:xfrm>
          <a:off x="187" y="349312"/>
          <a:ext cx="2270048" cy="2724058"/>
        </a:xfrm>
        <a:prstGeom prst="rect">
          <a:avLst/>
        </a:prstGeom>
        <a:gradFill rotWithShape="0">
          <a:gsLst>
            <a:gs pos="0">
              <a:schemeClr val="accent2">
                <a:hueOff val="0"/>
                <a:satOff val="0"/>
                <a:lumOff val="0"/>
                <a:alphaOff val="0"/>
                <a:tint val="98000"/>
                <a:lumMod val="114000"/>
              </a:schemeClr>
            </a:gs>
            <a:gs pos="100000">
              <a:schemeClr val="accent2">
                <a:hueOff val="0"/>
                <a:satOff val="0"/>
                <a:lumOff val="0"/>
                <a:alphaOff val="0"/>
                <a:shade val="90000"/>
                <a:lumMod val="84000"/>
              </a:schemeClr>
            </a:gs>
          </a:gsLst>
          <a:lin ang="5400000" scaled="0"/>
        </a:gradFill>
        <a:ln w="9525" cap="rnd" cmpd="sng" algn="ctr">
          <a:solidFill>
            <a:schemeClr val="accent2">
              <a:hueOff val="0"/>
              <a:satOff val="0"/>
              <a:lumOff val="0"/>
              <a:alphaOff val="0"/>
            </a:schemeClr>
          </a:solidFill>
          <a:prstDash val="solid"/>
        </a:ln>
        <a:effectLst>
          <a:outerShdw blurRad="38100" dist="25400" dir="5400000" rotWithShape="0">
            <a:srgbClr val="000000">
              <a:alpha val="4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224230" tIns="0" rIns="224230" bIns="330200" numCol="1" spcCol="1270" anchor="t" anchorCtr="0">
          <a:noAutofit/>
        </a:bodyPr>
        <a:lstStyle/>
        <a:p>
          <a:pPr marL="0" lvl="0" indent="0" algn="just" defTabSz="488950">
            <a:lnSpc>
              <a:spcPct val="90000"/>
            </a:lnSpc>
            <a:spcBef>
              <a:spcPct val="0"/>
            </a:spcBef>
            <a:spcAft>
              <a:spcPct val="35000"/>
            </a:spcAft>
            <a:buNone/>
          </a:pPr>
          <a:r>
            <a:rPr lang="en-US" sz="1100" b="1" kern="1200" dirty="0"/>
            <a:t>Increased safety: </a:t>
          </a:r>
        </a:p>
        <a:p>
          <a:pPr marL="0" lvl="0" indent="0" algn="just" defTabSz="488950">
            <a:lnSpc>
              <a:spcPct val="90000"/>
            </a:lnSpc>
            <a:spcBef>
              <a:spcPct val="0"/>
            </a:spcBef>
            <a:spcAft>
              <a:spcPct val="35000"/>
            </a:spcAft>
            <a:buNone/>
          </a:pPr>
          <a:r>
            <a:rPr lang="en-US" sz="1100" kern="1200" dirty="0"/>
            <a:t>Drowsy driving can lead to accidents and mistakes. Early detection of drowsiness can help prevent accidents and ensure the safety of individuals.</a:t>
          </a:r>
        </a:p>
      </dsp:txBody>
      <dsp:txXfrm>
        <a:off x="187" y="1438935"/>
        <a:ext cx="2270048" cy="1634435"/>
      </dsp:txXfrm>
    </dsp:sp>
    <dsp:sp modelId="{BD043F86-0749-4C3A-8D42-690A5CEEEF0E}">
      <dsp:nvSpPr>
        <dsp:cNvPr id="0" name=""/>
        <dsp:cNvSpPr/>
      </dsp:nvSpPr>
      <dsp:spPr>
        <a:xfrm>
          <a:off x="187" y="349312"/>
          <a:ext cx="2270048" cy="1089623"/>
        </a:xfrm>
        <a:prstGeom prst="rect">
          <a:avLst/>
        </a:prstGeom>
        <a:noFill/>
        <a:ln w="9525" cap="rnd" cmpd="sng" algn="ctr">
          <a:noFill/>
          <a:prstDash val="solid"/>
        </a:ln>
        <a:effectLst>
          <a:outerShdw blurRad="38100" dist="25400" dir="5400000" rotWithShape="0">
            <a:srgbClr val="000000">
              <a:alpha val="45000"/>
            </a:srgbClr>
          </a:outerShdw>
        </a:effectLst>
        <a:sp3d/>
      </dsp:spPr>
      <dsp:style>
        <a:lnRef idx="1">
          <a:scrgbClr r="0" g="0" b="0"/>
        </a:lnRef>
        <a:fillRef idx="3">
          <a:scrgbClr r="0" g="0" b="0"/>
        </a:fillRef>
        <a:effectRef idx="2">
          <a:scrgbClr r="0" g="0" b="0"/>
        </a:effectRef>
        <a:fontRef idx="minor">
          <a:schemeClr val="lt1"/>
        </a:fontRef>
      </dsp:style>
      <dsp:txBody>
        <a:bodyPr spcFirstLastPara="0" vert="horz" wrap="square" lIns="224230" tIns="165100" rIns="224230" bIns="165100" numCol="1" spcCol="1270" anchor="ctr" anchorCtr="0">
          <a:noAutofit/>
        </a:bodyPr>
        <a:lstStyle/>
        <a:p>
          <a:pPr marL="0" lvl="0" indent="0" algn="l" defTabSz="2400300">
            <a:lnSpc>
              <a:spcPct val="90000"/>
            </a:lnSpc>
            <a:spcBef>
              <a:spcPct val="0"/>
            </a:spcBef>
            <a:spcAft>
              <a:spcPct val="35000"/>
            </a:spcAft>
            <a:buNone/>
          </a:pPr>
          <a:r>
            <a:rPr lang="en-US" sz="5400" kern="1200"/>
            <a:t>01</a:t>
          </a:r>
        </a:p>
      </dsp:txBody>
      <dsp:txXfrm>
        <a:off x="187" y="349312"/>
        <a:ext cx="2270048" cy="1089623"/>
      </dsp:txXfrm>
    </dsp:sp>
    <dsp:sp modelId="{F090059F-EEFF-46CE-9E91-14903C4BB661}">
      <dsp:nvSpPr>
        <dsp:cNvPr id="0" name=""/>
        <dsp:cNvSpPr/>
      </dsp:nvSpPr>
      <dsp:spPr>
        <a:xfrm>
          <a:off x="2451840" y="349312"/>
          <a:ext cx="2270048" cy="2724058"/>
        </a:xfrm>
        <a:prstGeom prst="rect">
          <a:avLst/>
        </a:prstGeom>
        <a:gradFill rotWithShape="0">
          <a:gsLst>
            <a:gs pos="0">
              <a:schemeClr val="accent2">
                <a:hueOff val="-6588574"/>
                <a:satOff val="300"/>
                <a:lumOff val="0"/>
                <a:alphaOff val="0"/>
                <a:tint val="98000"/>
                <a:lumMod val="114000"/>
              </a:schemeClr>
            </a:gs>
            <a:gs pos="100000">
              <a:schemeClr val="accent2">
                <a:hueOff val="-6588574"/>
                <a:satOff val="300"/>
                <a:lumOff val="0"/>
                <a:alphaOff val="0"/>
                <a:shade val="90000"/>
                <a:lumMod val="84000"/>
              </a:schemeClr>
            </a:gs>
          </a:gsLst>
          <a:lin ang="5400000" scaled="0"/>
        </a:gradFill>
        <a:ln w="9525" cap="rnd" cmpd="sng" algn="ctr">
          <a:solidFill>
            <a:schemeClr val="accent2">
              <a:hueOff val="-6588574"/>
              <a:satOff val="300"/>
              <a:lumOff val="0"/>
              <a:alphaOff val="0"/>
            </a:schemeClr>
          </a:solidFill>
          <a:prstDash val="solid"/>
        </a:ln>
        <a:effectLst>
          <a:outerShdw blurRad="38100" dist="25400" dir="5400000" rotWithShape="0">
            <a:srgbClr val="000000">
              <a:alpha val="4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224230" tIns="0" rIns="224230" bIns="330200" numCol="1" spcCol="1270" anchor="t" anchorCtr="0">
          <a:noAutofit/>
        </a:bodyPr>
        <a:lstStyle/>
        <a:p>
          <a:pPr marL="0" lvl="0" indent="0" algn="l" defTabSz="488950">
            <a:lnSpc>
              <a:spcPct val="90000"/>
            </a:lnSpc>
            <a:spcBef>
              <a:spcPct val="0"/>
            </a:spcBef>
            <a:spcAft>
              <a:spcPct val="35000"/>
            </a:spcAft>
            <a:buNone/>
          </a:pPr>
          <a:r>
            <a:rPr lang="en-US" sz="1100" b="1" kern="1200" dirty="0"/>
            <a:t>Improved productivity:</a:t>
          </a:r>
        </a:p>
        <a:p>
          <a:pPr marL="0" lvl="0" indent="0" algn="just" defTabSz="488950">
            <a:lnSpc>
              <a:spcPct val="90000"/>
            </a:lnSpc>
            <a:spcBef>
              <a:spcPct val="0"/>
            </a:spcBef>
            <a:spcAft>
              <a:spcPct val="35000"/>
            </a:spcAft>
            <a:buNone/>
          </a:pPr>
          <a:r>
            <a:rPr lang="en-US" sz="1100" kern="1200" dirty="0"/>
            <a:t>When individuals are alert and awake, they are more productive and efficient in their work. Drowsiness detection can help ensure that individuals are alert and performing at their best.</a:t>
          </a:r>
        </a:p>
      </dsp:txBody>
      <dsp:txXfrm>
        <a:off x="2451840" y="1438935"/>
        <a:ext cx="2270048" cy="1634435"/>
      </dsp:txXfrm>
    </dsp:sp>
    <dsp:sp modelId="{F76448D6-48C2-4F3F-9676-2CA8ECC7CD67}">
      <dsp:nvSpPr>
        <dsp:cNvPr id="0" name=""/>
        <dsp:cNvSpPr/>
      </dsp:nvSpPr>
      <dsp:spPr>
        <a:xfrm>
          <a:off x="2451840" y="349312"/>
          <a:ext cx="2270048" cy="1089623"/>
        </a:xfrm>
        <a:prstGeom prst="rect">
          <a:avLst/>
        </a:prstGeom>
        <a:noFill/>
        <a:ln w="9525" cap="rnd" cmpd="sng" algn="ctr">
          <a:noFill/>
          <a:prstDash val="solid"/>
        </a:ln>
        <a:effectLst>
          <a:outerShdw blurRad="38100" dist="25400" dir="5400000" rotWithShape="0">
            <a:srgbClr val="000000">
              <a:alpha val="45000"/>
            </a:srgbClr>
          </a:outerShdw>
        </a:effectLst>
        <a:sp3d/>
      </dsp:spPr>
      <dsp:style>
        <a:lnRef idx="1">
          <a:scrgbClr r="0" g="0" b="0"/>
        </a:lnRef>
        <a:fillRef idx="3">
          <a:scrgbClr r="0" g="0" b="0"/>
        </a:fillRef>
        <a:effectRef idx="2">
          <a:scrgbClr r="0" g="0" b="0"/>
        </a:effectRef>
        <a:fontRef idx="minor">
          <a:schemeClr val="lt1"/>
        </a:fontRef>
      </dsp:style>
      <dsp:txBody>
        <a:bodyPr spcFirstLastPara="0" vert="horz" wrap="square" lIns="224230" tIns="165100" rIns="224230" bIns="165100" numCol="1" spcCol="1270" anchor="ctr" anchorCtr="0">
          <a:noAutofit/>
        </a:bodyPr>
        <a:lstStyle/>
        <a:p>
          <a:pPr marL="0" lvl="0" indent="0" algn="l" defTabSz="2400300">
            <a:lnSpc>
              <a:spcPct val="90000"/>
            </a:lnSpc>
            <a:spcBef>
              <a:spcPct val="0"/>
            </a:spcBef>
            <a:spcAft>
              <a:spcPct val="35000"/>
            </a:spcAft>
            <a:buNone/>
          </a:pPr>
          <a:r>
            <a:rPr lang="en-US" sz="5400" kern="1200"/>
            <a:t>02</a:t>
          </a:r>
        </a:p>
      </dsp:txBody>
      <dsp:txXfrm>
        <a:off x="2451840" y="349312"/>
        <a:ext cx="2270048" cy="1089623"/>
      </dsp:txXfrm>
    </dsp:sp>
    <dsp:sp modelId="{F9FA4C44-030B-448D-83AB-79582CD9A8ED}">
      <dsp:nvSpPr>
        <dsp:cNvPr id="0" name=""/>
        <dsp:cNvSpPr/>
      </dsp:nvSpPr>
      <dsp:spPr>
        <a:xfrm>
          <a:off x="4903493" y="349312"/>
          <a:ext cx="2270048" cy="2724058"/>
        </a:xfrm>
        <a:prstGeom prst="rect">
          <a:avLst/>
        </a:prstGeom>
        <a:gradFill rotWithShape="0">
          <a:gsLst>
            <a:gs pos="0">
              <a:schemeClr val="accent2">
                <a:hueOff val="-13177148"/>
                <a:satOff val="601"/>
                <a:lumOff val="0"/>
                <a:alphaOff val="0"/>
                <a:tint val="98000"/>
                <a:lumMod val="114000"/>
              </a:schemeClr>
            </a:gs>
            <a:gs pos="100000">
              <a:schemeClr val="accent2">
                <a:hueOff val="-13177148"/>
                <a:satOff val="601"/>
                <a:lumOff val="0"/>
                <a:alphaOff val="0"/>
                <a:shade val="90000"/>
                <a:lumMod val="84000"/>
              </a:schemeClr>
            </a:gs>
          </a:gsLst>
          <a:lin ang="5400000" scaled="0"/>
        </a:gradFill>
        <a:ln w="9525" cap="rnd" cmpd="sng" algn="ctr">
          <a:solidFill>
            <a:schemeClr val="accent2">
              <a:hueOff val="-13177148"/>
              <a:satOff val="601"/>
              <a:lumOff val="0"/>
              <a:alphaOff val="0"/>
            </a:schemeClr>
          </a:solidFill>
          <a:prstDash val="solid"/>
        </a:ln>
        <a:effectLst>
          <a:outerShdw blurRad="38100" dist="25400" dir="5400000" rotWithShape="0">
            <a:srgbClr val="000000">
              <a:alpha val="4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224230" tIns="0" rIns="224230" bIns="330200" numCol="1" spcCol="1270" anchor="t" anchorCtr="0">
          <a:noAutofit/>
        </a:bodyPr>
        <a:lstStyle/>
        <a:p>
          <a:pPr marL="0" lvl="0" indent="0" algn="l" defTabSz="488950">
            <a:lnSpc>
              <a:spcPct val="90000"/>
            </a:lnSpc>
            <a:spcBef>
              <a:spcPct val="0"/>
            </a:spcBef>
            <a:spcAft>
              <a:spcPct val="35000"/>
            </a:spcAft>
            <a:buNone/>
          </a:pPr>
          <a:r>
            <a:rPr lang="en-US" sz="1100" b="1" kern="1200" dirty="0"/>
            <a:t>Early intervention: </a:t>
          </a:r>
        </a:p>
        <a:p>
          <a:pPr marL="0" lvl="0" indent="0" algn="just" defTabSz="488950">
            <a:lnSpc>
              <a:spcPct val="90000"/>
            </a:lnSpc>
            <a:spcBef>
              <a:spcPct val="0"/>
            </a:spcBef>
            <a:spcAft>
              <a:spcPct val="35000"/>
            </a:spcAft>
            <a:buNone/>
          </a:pPr>
          <a:r>
            <a:rPr lang="en-US" sz="1100" kern="1200" dirty="0"/>
            <a:t>Early detection of drowsiness can allow for early intervention, such as taking a break or resting, to prevent further fatigue and drowsiness.</a:t>
          </a:r>
        </a:p>
      </dsp:txBody>
      <dsp:txXfrm>
        <a:off x="4903493" y="1438935"/>
        <a:ext cx="2270048" cy="1634435"/>
      </dsp:txXfrm>
    </dsp:sp>
    <dsp:sp modelId="{8EE169C0-ADEC-479D-BCEC-FEE52DC3E76C}">
      <dsp:nvSpPr>
        <dsp:cNvPr id="0" name=""/>
        <dsp:cNvSpPr/>
      </dsp:nvSpPr>
      <dsp:spPr>
        <a:xfrm>
          <a:off x="4903493" y="349312"/>
          <a:ext cx="2270048" cy="1089623"/>
        </a:xfrm>
        <a:prstGeom prst="rect">
          <a:avLst/>
        </a:prstGeom>
        <a:noFill/>
        <a:ln w="9525" cap="rnd" cmpd="sng" algn="ctr">
          <a:noFill/>
          <a:prstDash val="solid"/>
        </a:ln>
        <a:effectLst>
          <a:outerShdw blurRad="38100" dist="25400" dir="5400000" rotWithShape="0">
            <a:srgbClr val="000000">
              <a:alpha val="45000"/>
            </a:srgbClr>
          </a:outerShdw>
        </a:effectLst>
        <a:sp3d/>
      </dsp:spPr>
      <dsp:style>
        <a:lnRef idx="1">
          <a:scrgbClr r="0" g="0" b="0"/>
        </a:lnRef>
        <a:fillRef idx="3">
          <a:scrgbClr r="0" g="0" b="0"/>
        </a:fillRef>
        <a:effectRef idx="2">
          <a:scrgbClr r="0" g="0" b="0"/>
        </a:effectRef>
        <a:fontRef idx="minor">
          <a:schemeClr val="lt1"/>
        </a:fontRef>
      </dsp:style>
      <dsp:txBody>
        <a:bodyPr spcFirstLastPara="0" vert="horz" wrap="square" lIns="224230" tIns="165100" rIns="224230" bIns="165100" numCol="1" spcCol="1270" anchor="ctr" anchorCtr="0">
          <a:noAutofit/>
        </a:bodyPr>
        <a:lstStyle/>
        <a:p>
          <a:pPr marL="0" lvl="0" indent="0" algn="l" defTabSz="2400300">
            <a:lnSpc>
              <a:spcPct val="90000"/>
            </a:lnSpc>
            <a:spcBef>
              <a:spcPct val="0"/>
            </a:spcBef>
            <a:spcAft>
              <a:spcPct val="35000"/>
            </a:spcAft>
            <a:buNone/>
          </a:pPr>
          <a:r>
            <a:rPr lang="en-US" sz="5400" kern="1200"/>
            <a:t>03</a:t>
          </a:r>
        </a:p>
      </dsp:txBody>
      <dsp:txXfrm>
        <a:off x="4903493" y="349312"/>
        <a:ext cx="2270048" cy="1089623"/>
      </dsp:txXfrm>
    </dsp:sp>
    <dsp:sp modelId="{1D2C85BD-632F-4724-8513-3077D26814A9}">
      <dsp:nvSpPr>
        <dsp:cNvPr id="0" name=""/>
        <dsp:cNvSpPr/>
      </dsp:nvSpPr>
      <dsp:spPr>
        <a:xfrm>
          <a:off x="7355146" y="349312"/>
          <a:ext cx="2270048" cy="2724058"/>
        </a:xfrm>
        <a:prstGeom prst="rect">
          <a:avLst/>
        </a:prstGeom>
        <a:gradFill rotWithShape="0">
          <a:gsLst>
            <a:gs pos="0">
              <a:schemeClr val="accent2">
                <a:hueOff val="-19765721"/>
                <a:satOff val="901"/>
                <a:lumOff val="0"/>
                <a:alphaOff val="0"/>
                <a:tint val="98000"/>
                <a:lumMod val="114000"/>
              </a:schemeClr>
            </a:gs>
            <a:gs pos="100000">
              <a:schemeClr val="accent2">
                <a:hueOff val="-19765721"/>
                <a:satOff val="901"/>
                <a:lumOff val="0"/>
                <a:alphaOff val="0"/>
                <a:shade val="90000"/>
                <a:lumMod val="84000"/>
              </a:schemeClr>
            </a:gs>
          </a:gsLst>
          <a:lin ang="5400000" scaled="0"/>
        </a:gradFill>
        <a:ln w="9525" cap="rnd" cmpd="sng" algn="ctr">
          <a:solidFill>
            <a:schemeClr val="accent2">
              <a:hueOff val="-19765721"/>
              <a:satOff val="901"/>
              <a:lumOff val="0"/>
              <a:alphaOff val="0"/>
            </a:schemeClr>
          </a:solidFill>
          <a:prstDash val="solid"/>
        </a:ln>
        <a:effectLst>
          <a:outerShdw blurRad="38100" dist="25400" dir="5400000" rotWithShape="0">
            <a:srgbClr val="000000">
              <a:alpha val="4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224230" tIns="0" rIns="224230" bIns="330200" numCol="1" spcCol="1270" anchor="t" anchorCtr="0">
          <a:noAutofit/>
        </a:bodyPr>
        <a:lstStyle/>
        <a:p>
          <a:pPr marL="0" lvl="0" indent="0" algn="l" defTabSz="488950">
            <a:lnSpc>
              <a:spcPct val="90000"/>
            </a:lnSpc>
            <a:spcBef>
              <a:spcPct val="0"/>
            </a:spcBef>
            <a:spcAft>
              <a:spcPct val="35000"/>
            </a:spcAft>
            <a:buNone/>
          </a:pPr>
          <a:r>
            <a:rPr lang="en-US" sz="1100" b="1" kern="1200" dirty="0"/>
            <a:t>Cost-effective: </a:t>
          </a:r>
        </a:p>
        <a:p>
          <a:pPr marL="0" lvl="0" indent="0" algn="just" defTabSz="488950">
            <a:lnSpc>
              <a:spcPct val="90000"/>
            </a:lnSpc>
            <a:spcBef>
              <a:spcPct val="0"/>
            </a:spcBef>
            <a:spcAft>
              <a:spcPct val="35000"/>
            </a:spcAft>
            <a:buNone/>
          </a:pPr>
          <a:r>
            <a:rPr lang="en-US" sz="1100" kern="1200" dirty="0"/>
            <a:t>Drowsiness detection using deep learning can be cost-effective compared to traditional methods such as hiring a dedicated observer or using expensive equipment.</a:t>
          </a:r>
        </a:p>
      </dsp:txBody>
      <dsp:txXfrm>
        <a:off x="7355146" y="1438935"/>
        <a:ext cx="2270048" cy="1634435"/>
      </dsp:txXfrm>
    </dsp:sp>
    <dsp:sp modelId="{ECB47BEB-3768-47DD-999F-F47E63EEBD69}">
      <dsp:nvSpPr>
        <dsp:cNvPr id="0" name=""/>
        <dsp:cNvSpPr/>
      </dsp:nvSpPr>
      <dsp:spPr>
        <a:xfrm>
          <a:off x="7355146" y="349312"/>
          <a:ext cx="2270048" cy="1089623"/>
        </a:xfrm>
        <a:prstGeom prst="rect">
          <a:avLst/>
        </a:prstGeom>
        <a:noFill/>
        <a:ln w="9525" cap="rnd" cmpd="sng" algn="ctr">
          <a:noFill/>
          <a:prstDash val="solid"/>
        </a:ln>
        <a:effectLst>
          <a:outerShdw blurRad="38100" dist="25400" dir="5400000" rotWithShape="0">
            <a:srgbClr val="000000">
              <a:alpha val="45000"/>
            </a:srgbClr>
          </a:outerShdw>
        </a:effectLst>
        <a:sp3d/>
      </dsp:spPr>
      <dsp:style>
        <a:lnRef idx="1">
          <a:scrgbClr r="0" g="0" b="0"/>
        </a:lnRef>
        <a:fillRef idx="3">
          <a:scrgbClr r="0" g="0" b="0"/>
        </a:fillRef>
        <a:effectRef idx="2">
          <a:scrgbClr r="0" g="0" b="0"/>
        </a:effectRef>
        <a:fontRef idx="minor">
          <a:schemeClr val="lt1"/>
        </a:fontRef>
      </dsp:style>
      <dsp:txBody>
        <a:bodyPr spcFirstLastPara="0" vert="horz" wrap="square" lIns="224230" tIns="165100" rIns="224230" bIns="165100" numCol="1" spcCol="1270" anchor="ctr" anchorCtr="0">
          <a:noAutofit/>
        </a:bodyPr>
        <a:lstStyle/>
        <a:p>
          <a:pPr marL="0" lvl="0" indent="0" algn="l" defTabSz="2400300">
            <a:lnSpc>
              <a:spcPct val="90000"/>
            </a:lnSpc>
            <a:spcBef>
              <a:spcPct val="0"/>
            </a:spcBef>
            <a:spcAft>
              <a:spcPct val="35000"/>
            </a:spcAft>
            <a:buNone/>
          </a:pPr>
          <a:r>
            <a:rPr lang="en-US" sz="5400" kern="1200"/>
            <a:t>04</a:t>
          </a:r>
        </a:p>
      </dsp:txBody>
      <dsp:txXfrm>
        <a:off x="7355146" y="349312"/>
        <a:ext cx="2270048" cy="108962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48416D-CE0A-4784-A9C5-A69B34D5D5F2}">
      <dsp:nvSpPr>
        <dsp:cNvPr id="0" name=""/>
        <dsp:cNvSpPr/>
      </dsp:nvSpPr>
      <dsp:spPr>
        <a:xfrm>
          <a:off x="0" y="713"/>
          <a:ext cx="5354740" cy="167054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31FFA65-FD36-4884-862E-637FEECA3744}">
      <dsp:nvSpPr>
        <dsp:cNvPr id="0" name=""/>
        <dsp:cNvSpPr/>
      </dsp:nvSpPr>
      <dsp:spPr>
        <a:xfrm>
          <a:off x="505341" y="376587"/>
          <a:ext cx="918802" cy="91880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DC891CD-F2F4-4670-A11A-52E199FE0B0F}">
      <dsp:nvSpPr>
        <dsp:cNvPr id="0" name=""/>
        <dsp:cNvSpPr/>
      </dsp:nvSpPr>
      <dsp:spPr>
        <a:xfrm>
          <a:off x="1929484" y="713"/>
          <a:ext cx="3425255" cy="16705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800" tIns="176800" rIns="176800" bIns="176800" numCol="1" spcCol="1270" anchor="ctr" anchorCtr="0">
          <a:noAutofit/>
        </a:bodyPr>
        <a:lstStyle/>
        <a:p>
          <a:pPr marL="0" lvl="0" indent="0" algn="l" defTabSz="622300">
            <a:lnSpc>
              <a:spcPct val="100000"/>
            </a:lnSpc>
            <a:spcBef>
              <a:spcPct val="0"/>
            </a:spcBef>
            <a:spcAft>
              <a:spcPct val="35000"/>
            </a:spcAft>
            <a:buNone/>
          </a:pPr>
          <a:r>
            <a:rPr lang="en-US" sz="1400" kern="1200"/>
            <a:t>A machine learning-based drowsiness detection system is a promising solution for reducing the risk of accidents caused by driver fatigue.</a:t>
          </a:r>
        </a:p>
      </dsp:txBody>
      <dsp:txXfrm>
        <a:off x="1929484" y="713"/>
        <a:ext cx="3425255" cy="1670549"/>
      </dsp:txXfrm>
    </dsp:sp>
    <dsp:sp modelId="{71339543-2CB5-4376-974F-891B127A827D}">
      <dsp:nvSpPr>
        <dsp:cNvPr id="0" name=""/>
        <dsp:cNvSpPr/>
      </dsp:nvSpPr>
      <dsp:spPr>
        <a:xfrm>
          <a:off x="0" y="2088900"/>
          <a:ext cx="5354740" cy="167054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A2F0FEC-8317-4ECE-87B9-D3975AA2F0D0}">
      <dsp:nvSpPr>
        <dsp:cNvPr id="0" name=""/>
        <dsp:cNvSpPr/>
      </dsp:nvSpPr>
      <dsp:spPr>
        <a:xfrm>
          <a:off x="505341" y="2464773"/>
          <a:ext cx="918802" cy="91880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0EB4F50-EB33-40BF-9284-11E32067849B}">
      <dsp:nvSpPr>
        <dsp:cNvPr id="0" name=""/>
        <dsp:cNvSpPr/>
      </dsp:nvSpPr>
      <dsp:spPr>
        <a:xfrm>
          <a:off x="1929484" y="2088900"/>
          <a:ext cx="3425255" cy="16705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800" tIns="176800" rIns="176800" bIns="176800" numCol="1" spcCol="1270" anchor="ctr" anchorCtr="0">
          <a:noAutofit/>
        </a:bodyPr>
        <a:lstStyle/>
        <a:p>
          <a:pPr marL="0" lvl="0" indent="0" algn="l" defTabSz="622300">
            <a:lnSpc>
              <a:spcPct val="100000"/>
            </a:lnSpc>
            <a:spcBef>
              <a:spcPct val="0"/>
            </a:spcBef>
            <a:spcAft>
              <a:spcPct val="35000"/>
            </a:spcAft>
            <a:buNone/>
          </a:pPr>
          <a:r>
            <a:rPr lang="en-US" sz="1400" kern="1200"/>
            <a:t>The ml-based drowsiness detection system has several advantages over traditional methods, including its high accuracy, non-invasiveness, and real-time detection. </a:t>
          </a:r>
        </a:p>
      </dsp:txBody>
      <dsp:txXfrm>
        <a:off x="1929484" y="2088900"/>
        <a:ext cx="3425255" cy="1670549"/>
      </dsp:txXfrm>
    </dsp:sp>
    <dsp:sp modelId="{B841FB3A-90A7-43FC-97AB-F42558987A43}">
      <dsp:nvSpPr>
        <dsp:cNvPr id="0" name=""/>
        <dsp:cNvSpPr/>
      </dsp:nvSpPr>
      <dsp:spPr>
        <a:xfrm>
          <a:off x="0" y="4177086"/>
          <a:ext cx="5354740" cy="167054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D6D3F32-B136-44EB-B3C8-BF413036096B}">
      <dsp:nvSpPr>
        <dsp:cNvPr id="0" name=""/>
        <dsp:cNvSpPr/>
      </dsp:nvSpPr>
      <dsp:spPr>
        <a:xfrm>
          <a:off x="505341" y="4552960"/>
          <a:ext cx="918802" cy="91880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156A6D6-FCAF-4889-867B-0BAA25412A00}">
      <dsp:nvSpPr>
        <dsp:cNvPr id="0" name=""/>
        <dsp:cNvSpPr/>
      </dsp:nvSpPr>
      <dsp:spPr>
        <a:xfrm>
          <a:off x="1929484" y="4177086"/>
          <a:ext cx="3425255" cy="16705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800" tIns="176800" rIns="176800" bIns="176800" numCol="1" spcCol="1270" anchor="ctr" anchorCtr="0">
          <a:noAutofit/>
        </a:bodyPr>
        <a:lstStyle/>
        <a:p>
          <a:pPr marL="0" lvl="0" indent="0" algn="l" defTabSz="622300">
            <a:lnSpc>
              <a:spcPct val="100000"/>
            </a:lnSpc>
            <a:spcBef>
              <a:spcPct val="0"/>
            </a:spcBef>
            <a:spcAft>
              <a:spcPct val="35000"/>
            </a:spcAft>
            <a:buNone/>
          </a:pPr>
          <a:r>
            <a:rPr lang="en-US" sz="1400" kern="1200"/>
            <a:t>The system have potential to significantly improve road safety and reduce the number of accidents caused by fatigue driving</a:t>
          </a:r>
        </a:p>
      </dsp:txBody>
      <dsp:txXfrm>
        <a:off x="1929484" y="4177086"/>
        <a:ext cx="3425255" cy="1670549"/>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BC01B5-5D0F-404A-BD3E-1B9997D130A7}" type="datetimeFigureOut">
              <a:rPr lang="en-IN" smtClean="0"/>
              <a:t>15-06-2023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4F0F6F-9B21-4A9D-A3DF-A215814E3203}" type="slidenum">
              <a:rPr lang="en-IN" smtClean="0"/>
              <a:t>‹#›</a:t>
            </a:fld>
            <a:endParaRPr lang="en-IN"/>
          </a:p>
        </p:txBody>
      </p:sp>
    </p:spTree>
    <p:extLst>
      <p:ext uri="{BB962C8B-B14F-4D97-AF65-F5344CB8AC3E}">
        <p14:creationId xmlns:p14="http://schemas.microsoft.com/office/powerpoint/2010/main" val="34512482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B4F0F6F-9B21-4A9D-A3DF-A215814E3203}" type="slidenum">
              <a:rPr lang="en-IN" smtClean="0"/>
              <a:t>2</a:t>
            </a:fld>
            <a:endParaRPr lang="en-IN"/>
          </a:p>
        </p:txBody>
      </p:sp>
    </p:spTree>
    <p:extLst>
      <p:ext uri="{BB962C8B-B14F-4D97-AF65-F5344CB8AC3E}">
        <p14:creationId xmlns:p14="http://schemas.microsoft.com/office/powerpoint/2010/main" val="10895460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B4F0F6F-9B21-4A9D-A3DF-A215814E3203}" type="slidenum">
              <a:rPr lang="en-IN" smtClean="0"/>
              <a:t>4</a:t>
            </a:fld>
            <a:endParaRPr lang="en-IN"/>
          </a:p>
        </p:txBody>
      </p:sp>
    </p:spTree>
    <p:extLst>
      <p:ext uri="{BB962C8B-B14F-4D97-AF65-F5344CB8AC3E}">
        <p14:creationId xmlns:p14="http://schemas.microsoft.com/office/powerpoint/2010/main" val="174548201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BC208FC9-B6CB-4185-BE77-63F4B1CE079F}" type="datetimeFigureOut">
              <a:rPr lang="en-IN" smtClean="0"/>
              <a:t>15-06-2023</a:t>
            </a:fld>
            <a:endParaRPr lang="en-IN"/>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IN"/>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603A8447-E5A6-4477-98DA-1DC9268A762F}" type="slidenum">
              <a:rPr lang="en-IN" smtClean="0"/>
              <a:t>‹#›</a:t>
            </a:fld>
            <a:endParaRPr lang="en-IN"/>
          </a:p>
        </p:txBody>
      </p:sp>
    </p:spTree>
    <p:extLst>
      <p:ext uri="{BB962C8B-B14F-4D97-AF65-F5344CB8AC3E}">
        <p14:creationId xmlns:p14="http://schemas.microsoft.com/office/powerpoint/2010/main" val="28837151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208FC9-B6CB-4185-BE77-63F4B1CE079F}" type="datetimeFigureOut">
              <a:rPr lang="en-IN" smtClean="0"/>
              <a:t>15-06-2023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3A8447-E5A6-4477-98DA-1DC9268A762F}" type="slidenum">
              <a:rPr lang="en-IN" smtClean="0"/>
              <a:t>‹#›</a:t>
            </a:fld>
            <a:endParaRPr lang="en-IN"/>
          </a:p>
        </p:txBody>
      </p:sp>
    </p:spTree>
    <p:extLst>
      <p:ext uri="{BB962C8B-B14F-4D97-AF65-F5344CB8AC3E}">
        <p14:creationId xmlns:p14="http://schemas.microsoft.com/office/powerpoint/2010/main" val="578549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C208FC9-B6CB-4185-BE77-63F4B1CE079F}" type="datetimeFigureOut">
              <a:rPr lang="en-IN" smtClean="0"/>
              <a:t>15-06-2023</a:t>
            </a:fld>
            <a:endParaRPr lang="en-IN"/>
          </a:p>
        </p:txBody>
      </p:sp>
      <p:sp>
        <p:nvSpPr>
          <p:cNvPr id="5" name="Footer Placeholder 4"/>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03A8447-E5A6-4477-98DA-1DC9268A762F}" type="slidenum">
              <a:rPr lang="en-IN" smtClean="0"/>
              <a:t>‹#›</a:t>
            </a:fld>
            <a:endParaRPr lang="en-IN"/>
          </a:p>
        </p:txBody>
      </p:sp>
    </p:spTree>
    <p:extLst>
      <p:ext uri="{BB962C8B-B14F-4D97-AF65-F5344CB8AC3E}">
        <p14:creationId xmlns:p14="http://schemas.microsoft.com/office/powerpoint/2010/main" val="35184238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C208FC9-B6CB-4185-BE77-63F4B1CE079F}" type="datetimeFigureOut">
              <a:rPr lang="en-IN" smtClean="0"/>
              <a:t>15-06-2023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03A8447-E5A6-4477-98DA-1DC9268A762F}" type="slidenum">
              <a:rPr lang="en-IN" smtClean="0"/>
              <a:t>‹#›</a:t>
            </a:fld>
            <a:endParaRPr lang="en-IN"/>
          </a:p>
        </p:txBody>
      </p:sp>
    </p:spTree>
    <p:extLst>
      <p:ext uri="{BB962C8B-B14F-4D97-AF65-F5344CB8AC3E}">
        <p14:creationId xmlns:p14="http://schemas.microsoft.com/office/powerpoint/2010/main" val="27382576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C208FC9-B6CB-4185-BE77-63F4B1CE079F}" type="datetimeFigureOut">
              <a:rPr lang="en-IN" smtClean="0"/>
              <a:t>15-06-2023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03A8447-E5A6-4477-98DA-1DC9268A762F}" type="slidenum">
              <a:rPr lang="en-IN" smtClean="0"/>
              <a:t>‹#›</a:t>
            </a:fld>
            <a:endParaRPr lang="en-IN"/>
          </a:p>
        </p:txBody>
      </p:sp>
    </p:spTree>
    <p:extLst>
      <p:ext uri="{BB962C8B-B14F-4D97-AF65-F5344CB8AC3E}">
        <p14:creationId xmlns:p14="http://schemas.microsoft.com/office/powerpoint/2010/main" val="34525504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C208FC9-B6CB-4185-BE77-63F4B1CE079F}" type="datetimeFigureOut">
              <a:rPr lang="en-IN" smtClean="0"/>
              <a:t>15-06-2023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03A8447-E5A6-4477-98DA-1DC9268A762F}" type="slidenum">
              <a:rPr lang="en-IN" smtClean="0"/>
              <a:t>‹#›</a:t>
            </a:fld>
            <a:endParaRPr lang="en-IN"/>
          </a:p>
        </p:txBody>
      </p:sp>
    </p:spTree>
    <p:extLst>
      <p:ext uri="{BB962C8B-B14F-4D97-AF65-F5344CB8AC3E}">
        <p14:creationId xmlns:p14="http://schemas.microsoft.com/office/powerpoint/2010/main" val="3147702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208FC9-B6CB-4185-BE77-63F4B1CE079F}" type="datetimeFigureOut">
              <a:rPr lang="en-IN" smtClean="0"/>
              <a:t>15-06-2023</a:t>
            </a:fld>
            <a:endParaRPr lang="en-IN"/>
          </a:p>
        </p:txBody>
      </p:sp>
      <p:sp>
        <p:nvSpPr>
          <p:cNvPr id="3" name="Footer Placeholder 2"/>
          <p:cNvSpPr>
            <a:spLocks noGrp="1"/>
          </p:cNvSpPr>
          <p:nvPr>
            <p:ph type="ftr" sz="quarter" idx="11"/>
          </p:nvPr>
        </p:nvSpPr>
        <p:spPr/>
        <p:txBody>
          <a:bodyPr/>
          <a:lstStyle/>
          <a:p>
            <a:endParaRPr lang="en-IN"/>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603A8447-E5A6-4477-98DA-1DC9268A762F}" type="slidenum">
              <a:rPr lang="en-IN" smtClean="0"/>
              <a:t>‹#›</a:t>
            </a:fld>
            <a:endParaRPr lang="en-IN"/>
          </a:p>
        </p:txBody>
      </p:sp>
    </p:spTree>
    <p:extLst>
      <p:ext uri="{BB962C8B-B14F-4D97-AF65-F5344CB8AC3E}">
        <p14:creationId xmlns:p14="http://schemas.microsoft.com/office/powerpoint/2010/main" val="26244157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C208FC9-B6CB-4185-BE77-63F4B1CE079F}" type="datetimeFigureOut">
              <a:rPr lang="en-IN" smtClean="0"/>
              <a:t>15-06-2023</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603A8447-E5A6-4477-98DA-1DC9268A762F}" type="slidenum">
              <a:rPr lang="en-IN" smtClean="0"/>
              <a:t>‹#›</a:t>
            </a:fld>
            <a:endParaRPr lang="en-IN"/>
          </a:p>
        </p:txBody>
      </p:sp>
    </p:spTree>
    <p:extLst>
      <p:ext uri="{BB962C8B-B14F-4D97-AF65-F5344CB8AC3E}">
        <p14:creationId xmlns:p14="http://schemas.microsoft.com/office/powerpoint/2010/main" val="17338504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C208FC9-B6CB-4185-BE77-63F4B1CE079F}" type="datetimeFigureOut">
              <a:rPr lang="en-IN" smtClean="0"/>
              <a:t>15-06-2023</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603A8447-E5A6-4477-98DA-1DC9268A762F}" type="slidenum">
              <a:rPr lang="en-IN" smtClean="0"/>
              <a:t>‹#›</a:t>
            </a:fld>
            <a:endParaRPr lang="en-IN"/>
          </a:p>
        </p:txBody>
      </p:sp>
    </p:spTree>
    <p:extLst>
      <p:ext uri="{BB962C8B-B14F-4D97-AF65-F5344CB8AC3E}">
        <p14:creationId xmlns:p14="http://schemas.microsoft.com/office/powerpoint/2010/main" val="12469638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C208FC9-B6CB-4185-BE77-63F4B1CE079F}" type="datetimeFigureOut">
              <a:rPr lang="en-IN" smtClean="0"/>
              <a:t>15-06-2023</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603A8447-E5A6-4477-98DA-1DC9268A762F}" type="slidenum">
              <a:rPr lang="en-IN" smtClean="0"/>
              <a:t>‹#›</a:t>
            </a:fld>
            <a:endParaRPr lang="en-IN"/>
          </a:p>
        </p:txBody>
      </p:sp>
    </p:spTree>
    <p:extLst>
      <p:ext uri="{BB962C8B-B14F-4D97-AF65-F5344CB8AC3E}">
        <p14:creationId xmlns:p14="http://schemas.microsoft.com/office/powerpoint/2010/main" val="227174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C208FC9-B6CB-4185-BE77-63F4B1CE079F}" type="datetimeFigureOut">
              <a:rPr lang="en-IN" smtClean="0"/>
              <a:t>15-06-2023</a:t>
            </a:fld>
            <a:endParaRPr lang="en-IN"/>
          </a:p>
        </p:txBody>
      </p:sp>
      <p:sp>
        <p:nvSpPr>
          <p:cNvPr id="5" name="Footer Placeholder 4"/>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03A8447-E5A6-4477-98DA-1DC9268A762F}" type="slidenum">
              <a:rPr lang="en-IN" smtClean="0"/>
              <a:t>‹#›</a:t>
            </a:fld>
            <a:endParaRPr lang="en-IN"/>
          </a:p>
        </p:txBody>
      </p:sp>
    </p:spTree>
    <p:extLst>
      <p:ext uri="{BB962C8B-B14F-4D97-AF65-F5344CB8AC3E}">
        <p14:creationId xmlns:p14="http://schemas.microsoft.com/office/powerpoint/2010/main" val="25639643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C208FC9-B6CB-4185-BE77-63F4B1CE079F}" type="datetimeFigureOut">
              <a:rPr lang="en-IN" smtClean="0"/>
              <a:t>15-06-2023</a:t>
            </a:fld>
            <a:endParaRPr lang="en-IN"/>
          </a:p>
        </p:txBody>
      </p:sp>
      <p:sp>
        <p:nvSpPr>
          <p:cNvPr id="5" name="Footer Placeholder 4"/>
          <p:cNvSpPr>
            <a:spLocks noGrp="1"/>
          </p:cNvSpPr>
          <p:nvPr>
            <p:ph type="ftr" sz="quarter" idx="11"/>
          </p:nvPr>
        </p:nvSpPr>
        <p:spPr/>
        <p:txBody>
          <a:bodyPr/>
          <a:lstStyle/>
          <a:p>
            <a:endParaRPr lang="en-IN"/>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03A8447-E5A6-4477-98DA-1DC9268A762F}" type="slidenum">
              <a:rPr lang="en-IN" smtClean="0"/>
              <a:t>‹#›</a:t>
            </a:fld>
            <a:endParaRPr lang="en-IN"/>
          </a:p>
        </p:txBody>
      </p:sp>
    </p:spTree>
    <p:extLst>
      <p:ext uri="{BB962C8B-B14F-4D97-AF65-F5344CB8AC3E}">
        <p14:creationId xmlns:p14="http://schemas.microsoft.com/office/powerpoint/2010/main" val="18815645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C208FC9-B6CB-4185-BE77-63F4B1CE079F}" type="datetimeFigureOut">
              <a:rPr lang="en-IN" smtClean="0"/>
              <a:t>15-06-2023</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03A8447-E5A6-4477-98DA-1DC9268A762F}" type="slidenum">
              <a:rPr lang="en-IN" smtClean="0"/>
              <a:t>‹#›</a:t>
            </a:fld>
            <a:endParaRPr lang="en-IN"/>
          </a:p>
        </p:txBody>
      </p:sp>
    </p:spTree>
    <p:extLst>
      <p:ext uri="{BB962C8B-B14F-4D97-AF65-F5344CB8AC3E}">
        <p14:creationId xmlns:p14="http://schemas.microsoft.com/office/powerpoint/2010/main" val="10373805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BC208FC9-B6CB-4185-BE77-63F4B1CE079F}" type="datetimeFigureOut">
              <a:rPr lang="en-IN" smtClean="0"/>
              <a:t>15-06-2023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03A8447-E5A6-4477-98DA-1DC9268A762F}" type="slidenum">
              <a:rPr lang="en-IN" smtClean="0"/>
              <a:t>‹#›</a:t>
            </a:fld>
            <a:endParaRPr lang="en-IN"/>
          </a:p>
        </p:txBody>
      </p:sp>
    </p:spTree>
    <p:extLst>
      <p:ext uri="{BB962C8B-B14F-4D97-AF65-F5344CB8AC3E}">
        <p14:creationId xmlns:p14="http://schemas.microsoft.com/office/powerpoint/2010/main" val="10920485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BC208FC9-B6CB-4185-BE77-63F4B1CE079F}" type="datetimeFigureOut">
              <a:rPr lang="en-IN" smtClean="0"/>
              <a:t>15-06-2023</a:t>
            </a:fld>
            <a:endParaRPr lang="en-IN"/>
          </a:p>
        </p:txBody>
      </p:sp>
      <p:sp>
        <p:nvSpPr>
          <p:cNvPr id="8" name="Footer Placeholder 7"/>
          <p:cNvSpPr>
            <a:spLocks noGrp="1"/>
          </p:cNvSpPr>
          <p:nvPr>
            <p:ph type="ftr" sz="quarter" idx="11"/>
          </p:nvPr>
        </p:nvSpPr>
        <p:spPr>
          <a:xfrm>
            <a:off x="561111" y="6391838"/>
            <a:ext cx="3644282" cy="304801"/>
          </a:xfrm>
        </p:spPr>
        <p:txBody>
          <a:bodyPr/>
          <a:lstStyle/>
          <a:p>
            <a:endParaRPr lang="en-IN"/>
          </a:p>
        </p:txBody>
      </p:sp>
      <p:sp>
        <p:nvSpPr>
          <p:cNvPr id="9" name="Slide Number Placeholder 8"/>
          <p:cNvSpPr>
            <a:spLocks noGrp="1"/>
          </p:cNvSpPr>
          <p:nvPr>
            <p:ph type="sldNum" sz="quarter" idx="12"/>
          </p:nvPr>
        </p:nvSpPr>
        <p:spPr/>
        <p:txBody>
          <a:bodyPr/>
          <a:lstStyle/>
          <a:p>
            <a:fld id="{603A8447-E5A6-4477-98DA-1DC9268A762F}" type="slidenum">
              <a:rPr lang="en-IN" smtClean="0"/>
              <a:t>‹#›</a:t>
            </a:fld>
            <a:endParaRPr lang="en-IN"/>
          </a:p>
        </p:txBody>
      </p:sp>
    </p:spTree>
    <p:extLst>
      <p:ext uri="{BB962C8B-B14F-4D97-AF65-F5344CB8AC3E}">
        <p14:creationId xmlns:p14="http://schemas.microsoft.com/office/powerpoint/2010/main" val="14317313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BC208FC9-B6CB-4185-BE77-63F4B1CE079F}" type="datetimeFigureOut">
              <a:rPr lang="en-IN" smtClean="0"/>
              <a:t>15-06-2023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3A8447-E5A6-4477-98DA-1DC9268A762F}" type="slidenum">
              <a:rPr lang="en-IN" smtClean="0"/>
              <a:t>‹#›</a:t>
            </a:fld>
            <a:endParaRPr lang="en-IN"/>
          </a:p>
        </p:txBody>
      </p:sp>
    </p:spTree>
    <p:extLst>
      <p:ext uri="{BB962C8B-B14F-4D97-AF65-F5344CB8AC3E}">
        <p14:creationId xmlns:p14="http://schemas.microsoft.com/office/powerpoint/2010/main" val="36480335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BC208FC9-B6CB-4185-BE77-63F4B1CE079F}" type="datetimeFigureOut">
              <a:rPr lang="en-IN" smtClean="0"/>
              <a:t>15-06-2023</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03A8447-E5A6-4477-98DA-1DC9268A762F}" type="slidenum">
              <a:rPr lang="en-IN" smtClean="0"/>
              <a:t>‹#›</a:t>
            </a:fld>
            <a:endParaRPr lang="en-IN"/>
          </a:p>
        </p:txBody>
      </p:sp>
    </p:spTree>
    <p:extLst>
      <p:ext uri="{BB962C8B-B14F-4D97-AF65-F5344CB8AC3E}">
        <p14:creationId xmlns:p14="http://schemas.microsoft.com/office/powerpoint/2010/main" val="28918264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BC208FC9-B6CB-4185-BE77-63F4B1CE079F}" type="datetimeFigureOut">
              <a:rPr lang="en-IN" smtClean="0"/>
              <a:t>15-06-2023</a:t>
            </a:fld>
            <a:endParaRPr lang="en-IN"/>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IN"/>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603A8447-E5A6-4477-98DA-1DC9268A762F}" type="slidenum">
              <a:rPr lang="en-IN" smtClean="0"/>
              <a:t>‹#›</a:t>
            </a:fld>
            <a:endParaRPr lang="en-IN"/>
          </a:p>
        </p:txBody>
      </p:sp>
    </p:spTree>
    <p:extLst>
      <p:ext uri="{BB962C8B-B14F-4D97-AF65-F5344CB8AC3E}">
        <p14:creationId xmlns:p14="http://schemas.microsoft.com/office/powerpoint/2010/main" val="3998309009"/>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 id="2147483739" r:id="rId13"/>
    <p:sldLayoutId id="2147483740" r:id="rId14"/>
    <p:sldLayoutId id="2147483741" r:id="rId15"/>
    <p:sldLayoutId id="2147483742" r:id="rId16"/>
    <p:sldLayoutId id="2147483743"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jpe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hyperlink" Target="https://wwwapps2.tc.gc.ca/saf-sec-sur/7/ncdb-bndc/p.aspx?l=en" TargetMode="External"/><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1.jpeg"/><Relationship Id="rId1" Type="http://schemas.openxmlformats.org/officeDocument/2006/relationships/slideLayout" Target="../slideLayouts/slideLayout3.xml"/><Relationship Id="rId4" Type="http://schemas.openxmlformats.org/officeDocument/2006/relationships/image" Target="../media/image23.jpeg"/></Relationships>
</file>

<file path=ppt/slides/_rels/slide9.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4.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3.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052" name="Group 1032">
            <a:extLst>
              <a:ext uri="{FF2B5EF4-FFF2-40B4-BE49-F238E27FC236}">
                <a16:creationId xmlns:a16="http://schemas.microsoft.com/office/drawing/2014/main" id="{FAEF28A3-012D-4640-B8B8-1EF6EAF7233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034" name="Rectangle 1033">
              <a:extLst>
                <a:ext uri="{FF2B5EF4-FFF2-40B4-BE49-F238E27FC236}">
                  <a16:creationId xmlns:a16="http://schemas.microsoft.com/office/drawing/2014/main" id="{F3B2F1C2-14D3-4A53-B329-323795BC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35" name="Oval 1034">
              <a:extLst>
                <a:ext uri="{FF2B5EF4-FFF2-40B4-BE49-F238E27FC236}">
                  <a16:creationId xmlns:a16="http://schemas.microsoft.com/office/drawing/2014/main" id="{194E879E-1515-4211-8F1B-B68A92B2C2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36" name="Oval 1035">
              <a:extLst>
                <a:ext uri="{FF2B5EF4-FFF2-40B4-BE49-F238E27FC236}">
                  <a16:creationId xmlns:a16="http://schemas.microsoft.com/office/drawing/2014/main" id="{F7137E7D-1F4E-498A-97D1-0E1FE6FC6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37" name="Oval 1036">
              <a:extLst>
                <a:ext uri="{FF2B5EF4-FFF2-40B4-BE49-F238E27FC236}">
                  <a16:creationId xmlns:a16="http://schemas.microsoft.com/office/drawing/2014/main" id="{91375183-B6E5-43E0-B28F-39EC908385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38" name="Oval 1037">
              <a:extLst>
                <a:ext uri="{FF2B5EF4-FFF2-40B4-BE49-F238E27FC236}">
                  <a16:creationId xmlns:a16="http://schemas.microsoft.com/office/drawing/2014/main" id="{267F36BD-A8AF-4304-A662-1007CC1748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39" name="Oval 1038">
              <a:extLst>
                <a:ext uri="{FF2B5EF4-FFF2-40B4-BE49-F238E27FC236}">
                  <a16:creationId xmlns:a16="http://schemas.microsoft.com/office/drawing/2014/main" id="{15D9095F-2809-4A90-A032-250AC21C3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40" name="Freeform 5">
              <a:extLst>
                <a:ext uri="{FF2B5EF4-FFF2-40B4-BE49-F238E27FC236}">
                  <a16:creationId xmlns:a16="http://schemas.microsoft.com/office/drawing/2014/main" id="{9027D7BF-C282-4477-A406-245C3F2652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41" name="Freeform 5">
              <a:extLst>
                <a:ext uri="{FF2B5EF4-FFF2-40B4-BE49-F238E27FC236}">
                  <a16:creationId xmlns:a16="http://schemas.microsoft.com/office/drawing/2014/main" id="{AC3C43D8-426E-472E-A8E8-C41BF7A876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042" name="Freeform 5">
              <a:extLst>
                <a:ext uri="{FF2B5EF4-FFF2-40B4-BE49-F238E27FC236}">
                  <a16:creationId xmlns:a16="http://schemas.microsoft.com/office/drawing/2014/main" id="{52DCAE0E-B8DE-4C42-A48F-FA0C8345AC9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053" name="Rectangle 1043">
            <a:extLst>
              <a:ext uri="{FF2B5EF4-FFF2-40B4-BE49-F238E27FC236}">
                <a16:creationId xmlns:a16="http://schemas.microsoft.com/office/drawing/2014/main" id="{59647F54-801D-44AB-8284-EDDFF77631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054" name="Rectangle 1045">
            <a:extLst>
              <a:ext uri="{FF2B5EF4-FFF2-40B4-BE49-F238E27FC236}">
                <a16:creationId xmlns:a16="http://schemas.microsoft.com/office/drawing/2014/main" id="{6DFBE54E-A701-4039-AC57-CF06B37CC6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55" name="Freeform 5">
            <a:extLst>
              <a:ext uri="{FF2B5EF4-FFF2-40B4-BE49-F238E27FC236}">
                <a16:creationId xmlns:a16="http://schemas.microsoft.com/office/drawing/2014/main" id="{D33A9890-FE1F-4F08-8EF4-FD2B439546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pic>
        <p:nvPicPr>
          <p:cNvPr id="1028" name="Picture 4">
            <a:extLst>
              <a:ext uri="{FF2B5EF4-FFF2-40B4-BE49-F238E27FC236}">
                <a16:creationId xmlns:a16="http://schemas.microsoft.com/office/drawing/2014/main" id="{7E0CCE44-0457-F1A8-EB68-1E2EC5E8A4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3280" b="3280"/>
          <a:stretch/>
        </p:blipFill>
        <p:spPr bwMode="auto">
          <a:xfrm>
            <a:off x="481113" y="474134"/>
            <a:ext cx="11243734" cy="590973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30E2696D-2236-0956-769F-127763B70231}"/>
              </a:ext>
            </a:extLst>
          </p:cNvPr>
          <p:cNvSpPr>
            <a:spLocks noGrp="1"/>
          </p:cNvSpPr>
          <p:nvPr>
            <p:ph type="ctrTitle"/>
          </p:nvPr>
        </p:nvSpPr>
        <p:spPr>
          <a:xfrm>
            <a:off x="1154954" y="973668"/>
            <a:ext cx="8761413" cy="706964"/>
          </a:xfrm>
        </p:spPr>
        <p:txBody>
          <a:bodyPr vert="horz" lIns="91440" tIns="45720" rIns="91440" bIns="45720" rtlCol="0" anchor="ctr">
            <a:normAutofit/>
          </a:bodyPr>
          <a:lstStyle/>
          <a:p>
            <a:r>
              <a:rPr lang="en-US" sz="3600" dirty="0">
                <a:solidFill>
                  <a:srgbClr val="FFFFFF"/>
                </a:solidFill>
              </a:rPr>
              <a:t>Drowsiness Detection for Truck Driver</a:t>
            </a:r>
          </a:p>
        </p:txBody>
      </p:sp>
      <p:sp>
        <p:nvSpPr>
          <p:cNvPr id="1056" name="Rectangle 1049">
            <a:extLst>
              <a:ext uri="{FF2B5EF4-FFF2-40B4-BE49-F238E27FC236}">
                <a16:creationId xmlns:a16="http://schemas.microsoft.com/office/drawing/2014/main" id="{92515798-C8A3-40E7-A830-82681C81A0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3" name="Subtitle 2">
            <a:extLst>
              <a:ext uri="{FF2B5EF4-FFF2-40B4-BE49-F238E27FC236}">
                <a16:creationId xmlns:a16="http://schemas.microsoft.com/office/drawing/2014/main" id="{0E5A0413-0D69-C0D3-F6B2-27E07071D780}"/>
              </a:ext>
            </a:extLst>
          </p:cNvPr>
          <p:cNvSpPr>
            <a:spLocks noGrp="1"/>
          </p:cNvSpPr>
          <p:nvPr>
            <p:ph type="subTitle" idx="1"/>
          </p:nvPr>
        </p:nvSpPr>
        <p:spPr>
          <a:xfrm>
            <a:off x="1154954" y="1820333"/>
            <a:ext cx="8825659" cy="4199467"/>
          </a:xfrm>
        </p:spPr>
        <p:txBody>
          <a:bodyPr vert="horz" lIns="91440" tIns="45720" rIns="91440" bIns="45720" rtlCol="0" anchor="ctr">
            <a:normAutofit/>
          </a:bodyPr>
          <a:lstStyle/>
          <a:p>
            <a:pPr>
              <a:buFont typeface="Wingdings 3" charset="2"/>
              <a:buChar char=""/>
            </a:pPr>
            <a:r>
              <a:rPr lang="en-US">
                <a:solidFill>
                  <a:srgbClr val="FFFFFF"/>
                </a:solidFill>
              </a:rPr>
              <a:t>Group 3:</a:t>
            </a:r>
          </a:p>
          <a:p>
            <a:pPr>
              <a:buFont typeface="Wingdings 3" charset="2"/>
              <a:buChar char=""/>
            </a:pPr>
            <a:r>
              <a:rPr lang="en-US">
                <a:solidFill>
                  <a:srgbClr val="FFFFFF"/>
                </a:solidFill>
              </a:rPr>
              <a:t>Abhijeet Chaudhari</a:t>
            </a:r>
          </a:p>
          <a:p>
            <a:pPr>
              <a:buFont typeface="Wingdings 3" charset="2"/>
              <a:buChar char=""/>
            </a:pPr>
            <a:r>
              <a:rPr lang="en-US">
                <a:solidFill>
                  <a:srgbClr val="FFFFFF"/>
                </a:solidFill>
              </a:rPr>
              <a:t>Harshilkumar Patel</a:t>
            </a:r>
          </a:p>
          <a:p>
            <a:pPr>
              <a:buFont typeface="Wingdings 3" charset="2"/>
              <a:buChar char=""/>
            </a:pPr>
            <a:r>
              <a:rPr lang="en-US">
                <a:solidFill>
                  <a:srgbClr val="FFFFFF"/>
                </a:solidFill>
              </a:rPr>
              <a:t>Kishankumar Patel</a:t>
            </a:r>
          </a:p>
          <a:p>
            <a:pPr>
              <a:buFont typeface="Wingdings 3" charset="2"/>
              <a:buChar char=""/>
            </a:pPr>
            <a:r>
              <a:rPr lang="en-US">
                <a:solidFill>
                  <a:srgbClr val="FFFFFF"/>
                </a:solidFill>
              </a:rPr>
              <a:t>Rishav Rana</a:t>
            </a:r>
          </a:p>
        </p:txBody>
      </p:sp>
    </p:spTree>
    <p:extLst>
      <p:ext uri="{BB962C8B-B14F-4D97-AF65-F5344CB8AC3E}">
        <p14:creationId xmlns:p14="http://schemas.microsoft.com/office/powerpoint/2010/main" val="4050692189"/>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54" name="Group 38">
            <a:extLst>
              <a:ext uri="{FF2B5EF4-FFF2-40B4-BE49-F238E27FC236}">
                <a16:creationId xmlns:a16="http://schemas.microsoft.com/office/drawing/2014/main" id="{2F448CB3-7B4F-45D7-B7C0-DF553DF614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40" name="Rectangle 39">
              <a:extLst>
                <a:ext uri="{FF2B5EF4-FFF2-40B4-BE49-F238E27FC236}">
                  <a16:creationId xmlns:a16="http://schemas.microsoft.com/office/drawing/2014/main" id="{5C5305EA-7A88-413D-BE8A-47A02476F0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55" name="Freeform 5">
              <a:extLst>
                <a:ext uri="{FF2B5EF4-FFF2-40B4-BE49-F238E27FC236}">
                  <a16:creationId xmlns:a16="http://schemas.microsoft.com/office/drawing/2014/main" id="{FCA94DB5-FE56-4A3D-BC48-31B5595197F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sp>
      </p:grpSp>
      <p:sp>
        <p:nvSpPr>
          <p:cNvPr id="2" name="Title 1">
            <a:extLst>
              <a:ext uri="{FF2B5EF4-FFF2-40B4-BE49-F238E27FC236}">
                <a16:creationId xmlns:a16="http://schemas.microsoft.com/office/drawing/2014/main" id="{18755E58-3D94-4DCD-16F2-8326F7FA92A6}"/>
              </a:ext>
            </a:extLst>
          </p:cNvPr>
          <p:cNvSpPr>
            <a:spLocks noGrp="1"/>
          </p:cNvSpPr>
          <p:nvPr>
            <p:ph type="title"/>
          </p:nvPr>
        </p:nvSpPr>
        <p:spPr>
          <a:xfrm>
            <a:off x="1154954" y="973668"/>
            <a:ext cx="8761413" cy="706964"/>
          </a:xfrm>
        </p:spPr>
        <p:txBody>
          <a:bodyPr>
            <a:normAutofit/>
          </a:bodyPr>
          <a:lstStyle/>
          <a:p>
            <a:r>
              <a:rPr lang="en-US" b="1" dirty="0">
                <a:solidFill>
                  <a:srgbClr val="FFFFFF"/>
                </a:solidFill>
              </a:rPr>
              <a:t>Problem Statement</a:t>
            </a:r>
            <a:endParaRPr lang="en-IN" b="1" dirty="0">
              <a:solidFill>
                <a:srgbClr val="FFFFFF"/>
              </a:solidFill>
            </a:endParaRPr>
          </a:p>
        </p:txBody>
      </p:sp>
      <p:sp>
        <p:nvSpPr>
          <p:cNvPr id="43" name="Rectangle 42">
            <a:extLst>
              <a:ext uri="{FF2B5EF4-FFF2-40B4-BE49-F238E27FC236}">
                <a16:creationId xmlns:a16="http://schemas.microsoft.com/office/drawing/2014/main" id="{F9ED434F-8767-46CC-B26B-5AF62FF01E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graphicFrame>
        <p:nvGraphicFramePr>
          <p:cNvPr id="16" name="Content Placeholder 2">
            <a:extLst>
              <a:ext uri="{FF2B5EF4-FFF2-40B4-BE49-F238E27FC236}">
                <a16:creationId xmlns:a16="http://schemas.microsoft.com/office/drawing/2014/main" id="{8850AA9C-0A0E-A5DD-6337-01E85BFAF365}"/>
              </a:ext>
            </a:extLst>
          </p:cNvPr>
          <p:cNvGraphicFramePr>
            <a:graphicFrameLocks noGrp="1"/>
          </p:cNvGraphicFramePr>
          <p:nvPr>
            <p:ph idx="1"/>
            <p:extLst>
              <p:ext uri="{D42A27DB-BD31-4B8C-83A1-F6EECF244321}">
                <p14:modId xmlns:p14="http://schemas.microsoft.com/office/powerpoint/2010/main" val="2660054336"/>
              </p:ext>
            </p:extLst>
          </p:nvPr>
        </p:nvGraphicFramePr>
        <p:xfrm>
          <a:off x="932973" y="2020342"/>
          <a:ext cx="10324962" cy="393800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424130137"/>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8CB3E-7915-3080-1137-5FD54F7D0244}"/>
              </a:ext>
            </a:extLst>
          </p:cNvPr>
          <p:cNvSpPr>
            <a:spLocks noGrp="1"/>
          </p:cNvSpPr>
          <p:nvPr>
            <p:ph type="title"/>
          </p:nvPr>
        </p:nvSpPr>
        <p:spPr>
          <a:xfrm>
            <a:off x="1154954" y="973668"/>
            <a:ext cx="8761413" cy="706964"/>
          </a:xfrm>
        </p:spPr>
        <p:txBody>
          <a:bodyPr>
            <a:normAutofit/>
          </a:bodyPr>
          <a:lstStyle/>
          <a:p>
            <a:r>
              <a:rPr lang="en-US" b="1">
                <a:solidFill>
                  <a:srgbClr val="EBEBEB"/>
                </a:solidFill>
              </a:rPr>
              <a:t>Stats and Facts</a:t>
            </a:r>
            <a:endParaRPr lang="en-IN" b="1">
              <a:solidFill>
                <a:srgbClr val="EBEBEB"/>
              </a:solidFill>
            </a:endParaRPr>
          </a:p>
        </p:txBody>
      </p:sp>
      <p:sp>
        <p:nvSpPr>
          <p:cNvPr id="3" name="Content Placeholder 2">
            <a:extLst>
              <a:ext uri="{FF2B5EF4-FFF2-40B4-BE49-F238E27FC236}">
                <a16:creationId xmlns:a16="http://schemas.microsoft.com/office/drawing/2014/main" id="{0D9E5178-A372-B97C-7A98-F92649B9A33C}"/>
              </a:ext>
            </a:extLst>
          </p:cNvPr>
          <p:cNvSpPr>
            <a:spLocks noGrp="1"/>
          </p:cNvSpPr>
          <p:nvPr>
            <p:ph idx="1"/>
          </p:nvPr>
        </p:nvSpPr>
        <p:spPr>
          <a:xfrm>
            <a:off x="741999" y="2408903"/>
            <a:ext cx="8067704" cy="4063181"/>
          </a:xfrm>
        </p:spPr>
        <p:txBody>
          <a:bodyPr anchor="ctr">
            <a:normAutofit/>
          </a:bodyPr>
          <a:lstStyle/>
          <a:p>
            <a:pPr algn="just"/>
            <a:r>
              <a:rPr lang="en-US" dirty="0">
                <a:latin typeface="Calibri" panose="020F0502020204030204" pitchFamily="34" charset="0"/>
                <a:ea typeface="Calibri" panose="020F0502020204030204" pitchFamily="34" charset="0"/>
                <a:cs typeface="Calibri" panose="020F0502020204030204" pitchFamily="34" charset="0"/>
              </a:rPr>
              <a:t>From year 1999-2020, there were approximately 326,000 Truck accidents.</a:t>
            </a:r>
          </a:p>
          <a:p>
            <a:pPr algn="just"/>
            <a:r>
              <a:rPr lang="en-US" dirty="0">
                <a:latin typeface="Calibri" panose="020F0502020204030204" pitchFamily="34" charset="0"/>
                <a:ea typeface="Calibri" panose="020F0502020204030204" pitchFamily="34" charset="0"/>
                <a:cs typeface="Calibri" panose="020F0502020204030204" pitchFamily="34" charset="0"/>
              </a:rPr>
              <a:t>According to the Centers for Disease Control and Prevention, about 1 in 25 adult drivers report having fallen asleep while driving.</a:t>
            </a:r>
          </a:p>
          <a:p>
            <a:pPr algn="just"/>
            <a:r>
              <a:rPr lang="en-US" dirty="0">
                <a:latin typeface="Calibri" panose="020F0502020204030204" pitchFamily="34" charset="0"/>
                <a:ea typeface="Calibri" panose="020F0502020204030204" pitchFamily="34" charset="0"/>
                <a:cs typeface="Calibri" panose="020F0502020204030204" pitchFamily="34" charset="0"/>
              </a:rPr>
              <a:t>According to the National Highway Traffic Safety Administration, 100,000 police-reported crashes each year are caused primarily by drowsy driving, resulting in more than 71,000 injuries and $12.5 million in monetary losses.</a:t>
            </a:r>
          </a:p>
          <a:p>
            <a:pPr algn="just">
              <a:lnSpc>
                <a:spcPct val="90000"/>
              </a:lnSpc>
            </a:pPr>
            <a:r>
              <a:rPr lang="en-US" dirty="0">
                <a:latin typeface="Calibri" panose="020F0502020204030204" pitchFamily="34" charset="0"/>
                <a:ea typeface="Calibri" panose="020F0502020204030204" pitchFamily="34" charset="0"/>
                <a:cs typeface="Calibri" panose="020F0502020204030204" pitchFamily="34" charset="0"/>
              </a:rPr>
              <a:t>We analyzed the data from National Collision Data and  created the dashboard representing few of the above stats. </a:t>
            </a:r>
          </a:p>
          <a:p>
            <a:pPr algn="just">
              <a:lnSpc>
                <a:spcPct val="90000"/>
              </a:lnSpc>
            </a:pPr>
            <a:r>
              <a:rPr lang="en-US" dirty="0">
                <a:latin typeface="Calibri" panose="020F0502020204030204" pitchFamily="34" charset="0"/>
                <a:ea typeface="Calibri" panose="020F0502020204030204" pitchFamily="34" charset="0"/>
                <a:cs typeface="Calibri" panose="020F0502020204030204" pitchFamily="34" charset="0"/>
              </a:rPr>
              <a:t>Dataset link - </a:t>
            </a:r>
            <a:r>
              <a:rPr lang="en-US" sz="1800"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https://wwwapps2.tc.gc.ca/saf-sec-sur/7/ncdb-bndc/p.aspx?l=en</a:t>
            </a:r>
            <a:endParaRPr lang="en-US" dirty="0">
              <a:latin typeface="Calibri" panose="020F0502020204030204" pitchFamily="34" charset="0"/>
              <a:ea typeface="Calibri" panose="020F0502020204030204" pitchFamily="34" charset="0"/>
              <a:cs typeface="Calibri" panose="020F0502020204030204" pitchFamily="34" charset="0"/>
            </a:endParaRPr>
          </a:p>
          <a:p>
            <a:endParaRPr lang="en-US" dirty="0">
              <a:latin typeface="Times New Roman" panose="02020603050405020304" pitchFamily="18" charset="0"/>
              <a:cs typeface="Times New Roman" panose="02020603050405020304" pitchFamily="18" charset="0"/>
            </a:endParaRPr>
          </a:p>
        </p:txBody>
      </p:sp>
      <p:pic>
        <p:nvPicPr>
          <p:cNvPr id="46" name="Graphic 45" descr="Flowchart">
            <a:extLst>
              <a:ext uri="{FF2B5EF4-FFF2-40B4-BE49-F238E27FC236}">
                <a16:creationId xmlns:a16="http://schemas.microsoft.com/office/drawing/2014/main" id="{57FC21DC-CDF9-7D1E-4E97-85B5620125C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061513" y="2782530"/>
            <a:ext cx="3067163" cy="3067163"/>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18378588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1162DB8-8C47-C552-0818-7D99D53A2463}"/>
              </a:ext>
            </a:extLst>
          </p:cNvPr>
          <p:cNvPicPr>
            <a:picLocks noChangeAspect="1"/>
          </p:cNvPicPr>
          <p:nvPr/>
        </p:nvPicPr>
        <p:blipFill>
          <a:blip r:embed="rId3"/>
          <a:stretch>
            <a:fillRect/>
          </a:stretch>
        </p:blipFill>
        <p:spPr>
          <a:xfrm>
            <a:off x="0" y="0"/>
            <a:ext cx="12192000" cy="6857999"/>
          </a:xfrm>
          <a:prstGeom prst="rect">
            <a:avLst/>
          </a:prstGeom>
        </p:spPr>
      </p:pic>
    </p:spTree>
    <p:extLst>
      <p:ext uri="{BB962C8B-B14F-4D97-AF65-F5344CB8AC3E}">
        <p14:creationId xmlns:p14="http://schemas.microsoft.com/office/powerpoint/2010/main" val="8619786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08BCF048-8940-4354-B9EC-5AD74E283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25" name="Rectangle 24">
              <a:extLst>
                <a:ext uri="{FF2B5EF4-FFF2-40B4-BE49-F238E27FC236}">
                  <a16:creationId xmlns:a16="http://schemas.microsoft.com/office/drawing/2014/main" id="{D024C14A-78BD-44B0-82BE-6A0D0A270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Oval 25">
              <a:extLst>
                <a:ext uri="{FF2B5EF4-FFF2-40B4-BE49-F238E27FC236}">
                  <a16:creationId xmlns:a16="http://schemas.microsoft.com/office/drawing/2014/main" id="{809F3D29-EDB1-4F1C-A0E0-36F28CE17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7" name="Oval 26">
              <a:extLst>
                <a:ext uri="{FF2B5EF4-FFF2-40B4-BE49-F238E27FC236}">
                  <a16:creationId xmlns:a16="http://schemas.microsoft.com/office/drawing/2014/main" id="{5282F4AB-C7B8-4A86-9927-AA106AA27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8" name="Rectangle 27">
              <a:extLst>
                <a:ext uri="{FF2B5EF4-FFF2-40B4-BE49-F238E27FC236}">
                  <a16:creationId xmlns:a16="http://schemas.microsoft.com/office/drawing/2014/main" id="{60B26874-5AFA-4D1E-94A9-53AF9790D7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9" name="Freeform 5">
              <a:extLst>
                <a:ext uri="{FF2B5EF4-FFF2-40B4-BE49-F238E27FC236}">
                  <a16:creationId xmlns:a16="http://schemas.microsoft.com/office/drawing/2014/main" id="{A1DA6C95-40F8-4305-89F6-17F6167C0B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30" name="Freeform 5">
              <a:extLst>
                <a:ext uri="{FF2B5EF4-FFF2-40B4-BE49-F238E27FC236}">
                  <a16:creationId xmlns:a16="http://schemas.microsoft.com/office/drawing/2014/main" id="{A2FA2D29-AEEE-4FFA-B233-94FBE84C9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31" name="Freeform 5">
              <a:extLst>
                <a:ext uri="{FF2B5EF4-FFF2-40B4-BE49-F238E27FC236}">
                  <a16:creationId xmlns:a16="http://schemas.microsoft.com/office/drawing/2014/main" id="{6DA5143E-FA8E-4EC1-99F7-35AE5AD4E3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a:extLst>
              <a:ext uri="{FF2B5EF4-FFF2-40B4-BE49-F238E27FC236}">
                <a16:creationId xmlns:a16="http://schemas.microsoft.com/office/drawing/2014/main" id="{D0A4B8F7-4E43-7B4D-6FE4-2771CB7ED1F1}"/>
              </a:ext>
            </a:extLst>
          </p:cNvPr>
          <p:cNvSpPr>
            <a:spLocks noGrp="1"/>
          </p:cNvSpPr>
          <p:nvPr>
            <p:ph type="title"/>
          </p:nvPr>
        </p:nvSpPr>
        <p:spPr>
          <a:xfrm>
            <a:off x="1154955" y="973667"/>
            <a:ext cx="2942210" cy="4833745"/>
          </a:xfrm>
        </p:spPr>
        <p:txBody>
          <a:bodyPr>
            <a:normAutofit/>
          </a:bodyPr>
          <a:lstStyle/>
          <a:p>
            <a:r>
              <a:rPr lang="en-US" b="1">
                <a:solidFill>
                  <a:srgbClr val="EBEBEB"/>
                </a:solidFill>
              </a:rPr>
              <a:t>How can we detect drowsiness?</a:t>
            </a:r>
            <a:endParaRPr lang="en-IN" b="1">
              <a:solidFill>
                <a:srgbClr val="EBEBEB"/>
              </a:solidFill>
            </a:endParaRPr>
          </a:p>
        </p:txBody>
      </p:sp>
      <p:sp>
        <p:nvSpPr>
          <p:cNvPr id="33" name="Rectangle 32">
            <a:extLst>
              <a:ext uri="{FF2B5EF4-FFF2-40B4-BE49-F238E27FC236}">
                <a16:creationId xmlns:a16="http://schemas.microsoft.com/office/drawing/2014/main" id="{CC28BCC9-4093-4FD5-83EB-7EC297F513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graphicFrame>
        <p:nvGraphicFramePr>
          <p:cNvPr id="20" name="Content Placeholder 2">
            <a:extLst>
              <a:ext uri="{FF2B5EF4-FFF2-40B4-BE49-F238E27FC236}">
                <a16:creationId xmlns:a16="http://schemas.microsoft.com/office/drawing/2014/main" id="{85F8D25C-CA68-FD16-BA79-275209E1EFCA}"/>
              </a:ext>
            </a:extLst>
          </p:cNvPr>
          <p:cNvGraphicFramePr>
            <a:graphicFrameLocks noGrp="1"/>
          </p:cNvGraphicFramePr>
          <p:nvPr>
            <p:ph idx="1"/>
            <p:extLst>
              <p:ext uri="{D42A27DB-BD31-4B8C-83A1-F6EECF244321}">
                <p14:modId xmlns:p14="http://schemas.microsoft.com/office/powerpoint/2010/main" val="182822087"/>
              </p:ext>
            </p:extLst>
          </p:nvPr>
        </p:nvGraphicFramePr>
        <p:xfrm>
          <a:off x="5194300" y="808038"/>
          <a:ext cx="6391275" cy="52466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058636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5C181-B5E7-E0D7-2770-EC9A187DC4FD}"/>
              </a:ext>
            </a:extLst>
          </p:cNvPr>
          <p:cNvSpPr>
            <a:spLocks noGrp="1"/>
          </p:cNvSpPr>
          <p:nvPr>
            <p:ph type="title"/>
          </p:nvPr>
        </p:nvSpPr>
        <p:spPr>
          <a:xfrm>
            <a:off x="1154954" y="973668"/>
            <a:ext cx="10122646" cy="706964"/>
          </a:xfrm>
        </p:spPr>
        <p:txBody>
          <a:bodyPr>
            <a:normAutofit/>
          </a:bodyPr>
          <a:lstStyle/>
          <a:p>
            <a:r>
              <a:rPr lang="en-US" dirty="0">
                <a:solidFill>
                  <a:srgbClr val="EBEBEB"/>
                </a:solidFill>
              </a:rPr>
              <a:t>The Eye and Mouth Aspect Ratio Technique</a:t>
            </a:r>
            <a:endParaRPr lang="en-IN" dirty="0">
              <a:solidFill>
                <a:srgbClr val="EBEBEB"/>
              </a:solidFill>
            </a:endParaRPr>
          </a:p>
        </p:txBody>
      </p:sp>
      <p:sp>
        <p:nvSpPr>
          <p:cNvPr id="3" name="Content Placeholder 2">
            <a:extLst>
              <a:ext uri="{FF2B5EF4-FFF2-40B4-BE49-F238E27FC236}">
                <a16:creationId xmlns:a16="http://schemas.microsoft.com/office/drawing/2014/main" id="{D77F0FC5-E650-1644-4B02-3221F078687C}"/>
              </a:ext>
            </a:extLst>
          </p:cNvPr>
          <p:cNvSpPr>
            <a:spLocks noGrp="1"/>
          </p:cNvSpPr>
          <p:nvPr>
            <p:ph idx="1"/>
          </p:nvPr>
        </p:nvSpPr>
        <p:spPr>
          <a:xfrm>
            <a:off x="1154954" y="2603500"/>
            <a:ext cx="6397313" cy="3416300"/>
          </a:xfrm>
        </p:spPr>
        <p:txBody>
          <a:bodyPr anchor="ctr">
            <a:normAutofit/>
          </a:bodyPr>
          <a:lstStyle/>
          <a:p>
            <a:pPr algn="just">
              <a:lnSpc>
                <a:spcPct val="90000"/>
              </a:lnSpc>
            </a:pPr>
            <a:r>
              <a:rPr lang="en-US" sz="1500" b="0" i="0" dirty="0">
                <a:effectLst/>
                <a:latin typeface="Calibri" panose="020F0502020204030204" pitchFamily="34" charset="0"/>
                <a:ea typeface="Calibri" panose="020F0502020204030204" pitchFamily="34" charset="0"/>
                <a:cs typeface="Calibri" panose="020F0502020204030204" pitchFamily="34" charset="0"/>
              </a:rPr>
              <a:t>Eye aspect ratio and Mouth aspect ratio are important features used in drowsiness detection algorithms to monitor and analyze facial expressions and movements. </a:t>
            </a:r>
          </a:p>
          <a:p>
            <a:pPr algn="just">
              <a:lnSpc>
                <a:spcPct val="90000"/>
              </a:lnSpc>
              <a:buFont typeface="Arial" panose="020B0604020202020204" pitchFamily="34" charset="0"/>
              <a:buChar char="•"/>
            </a:pPr>
            <a:r>
              <a:rPr lang="en-US" sz="1500" b="0" i="0" dirty="0">
                <a:effectLst/>
                <a:latin typeface="Calibri" panose="020F0502020204030204" pitchFamily="34" charset="0"/>
                <a:ea typeface="Calibri" panose="020F0502020204030204" pitchFamily="34" charset="0"/>
                <a:cs typeface="Calibri" panose="020F0502020204030204" pitchFamily="34" charset="0"/>
              </a:rPr>
              <a:t>Eye Aspect </a:t>
            </a:r>
            <a:r>
              <a:rPr lang="en-US" sz="1500" dirty="0">
                <a:latin typeface="Calibri" panose="020F0502020204030204" pitchFamily="34" charset="0"/>
                <a:ea typeface="Calibri" panose="020F0502020204030204" pitchFamily="34" charset="0"/>
                <a:cs typeface="Calibri" panose="020F0502020204030204" pitchFamily="34" charset="0"/>
              </a:rPr>
              <a:t>R</a:t>
            </a:r>
            <a:r>
              <a:rPr lang="en-US" sz="1500" b="0" i="0" dirty="0">
                <a:effectLst/>
                <a:latin typeface="Calibri" panose="020F0502020204030204" pitchFamily="34" charset="0"/>
                <a:ea typeface="Calibri" panose="020F0502020204030204" pitchFamily="34" charset="0"/>
                <a:cs typeface="Calibri" panose="020F0502020204030204" pitchFamily="34" charset="0"/>
              </a:rPr>
              <a:t>atio is a measurement used in drowsiness detection systems to determine the level of eye closure or blink frequency.</a:t>
            </a:r>
          </a:p>
          <a:p>
            <a:pPr algn="just">
              <a:lnSpc>
                <a:spcPct val="90000"/>
              </a:lnSpc>
              <a:buFont typeface="Arial" panose="020B0604020202020204" pitchFamily="34" charset="0"/>
              <a:buChar char="•"/>
            </a:pPr>
            <a:r>
              <a:rPr lang="en-US" sz="1500" b="0" i="0" dirty="0">
                <a:effectLst/>
                <a:latin typeface="Calibri" panose="020F0502020204030204" pitchFamily="34" charset="0"/>
                <a:ea typeface="Calibri" panose="020F0502020204030204" pitchFamily="34" charset="0"/>
                <a:cs typeface="Calibri" panose="020F0502020204030204" pitchFamily="34" charset="0"/>
              </a:rPr>
              <a:t>EAR is calculated by measuring the ratio of the vertical eye landmarks to the horizontal eye landmarks, usually using facial landmark detection algorithms.</a:t>
            </a:r>
          </a:p>
          <a:p>
            <a:pPr algn="just">
              <a:lnSpc>
                <a:spcPct val="90000"/>
              </a:lnSpc>
              <a:buFont typeface="Arial" panose="020B0604020202020204" pitchFamily="34" charset="0"/>
              <a:buChar char="•"/>
            </a:pPr>
            <a:r>
              <a:rPr lang="en-US" sz="1500" b="0" i="0" dirty="0">
                <a:effectLst/>
                <a:latin typeface="Calibri" panose="020F0502020204030204" pitchFamily="34" charset="0"/>
                <a:ea typeface="Calibri" panose="020F0502020204030204" pitchFamily="34" charset="0"/>
                <a:cs typeface="Calibri" panose="020F0502020204030204" pitchFamily="34" charset="0"/>
              </a:rPr>
              <a:t>Mouth Aspect </a:t>
            </a:r>
            <a:r>
              <a:rPr lang="en-US" sz="1500" dirty="0">
                <a:latin typeface="Calibri" panose="020F0502020204030204" pitchFamily="34" charset="0"/>
                <a:ea typeface="Calibri" panose="020F0502020204030204" pitchFamily="34" charset="0"/>
                <a:cs typeface="Calibri" panose="020F0502020204030204" pitchFamily="34" charset="0"/>
              </a:rPr>
              <a:t>R</a:t>
            </a:r>
            <a:r>
              <a:rPr lang="en-US" sz="1500" b="0" i="0" dirty="0">
                <a:effectLst/>
                <a:latin typeface="Calibri" panose="020F0502020204030204" pitchFamily="34" charset="0"/>
                <a:ea typeface="Calibri" panose="020F0502020204030204" pitchFamily="34" charset="0"/>
                <a:cs typeface="Calibri" panose="020F0502020204030204" pitchFamily="34" charset="0"/>
              </a:rPr>
              <a:t>atio is another measurement used in drowsiness detection systems to assess the state of the mouth, particularly related to yawning.</a:t>
            </a:r>
          </a:p>
          <a:p>
            <a:pPr algn="just">
              <a:lnSpc>
                <a:spcPct val="90000"/>
              </a:lnSpc>
              <a:buFont typeface="Arial" panose="020B0604020202020204" pitchFamily="34" charset="0"/>
              <a:buChar char="•"/>
            </a:pPr>
            <a:r>
              <a:rPr lang="en-US" sz="1500" b="0" i="0" dirty="0">
                <a:effectLst/>
                <a:latin typeface="Calibri" panose="020F0502020204030204" pitchFamily="34" charset="0"/>
                <a:ea typeface="Calibri" panose="020F0502020204030204" pitchFamily="34" charset="0"/>
                <a:cs typeface="Calibri" panose="020F0502020204030204" pitchFamily="34" charset="0"/>
              </a:rPr>
              <a:t>MAR is calculated by measuring the ratio of vertical mouth landmarks to horizontal mouth landmarks.</a:t>
            </a:r>
          </a:p>
        </p:txBody>
      </p:sp>
      <p:pic>
        <p:nvPicPr>
          <p:cNvPr id="1026" name="Picture 2">
            <a:extLst>
              <a:ext uri="{FF2B5EF4-FFF2-40B4-BE49-F238E27FC236}">
                <a16:creationId xmlns:a16="http://schemas.microsoft.com/office/drawing/2014/main" id="{57885E9E-95AB-EF6E-457A-361323FEB83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748" r="5084" b="1"/>
          <a:stretch/>
        </p:blipFill>
        <p:spPr bwMode="auto">
          <a:xfrm>
            <a:off x="8020571" y="2676832"/>
            <a:ext cx="3512668" cy="3342968"/>
          </a:xfrm>
          <a:prstGeom prst="roundRect">
            <a:avLst>
              <a:gd name="adj" fmla="val 1858"/>
            </a:avLst>
          </a:prstGeom>
          <a:noFill/>
          <a:effectLst>
            <a:outerShdw blurRad="50800" dist="50800" dir="54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80311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6" name="Group 85">
            <a:extLst>
              <a:ext uri="{FF2B5EF4-FFF2-40B4-BE49-F238E27FC236}">
                <a16:creationId xmlns:a16="http://schemas.microsoft.com/office/drawing/2014/main" id="{DDA34B8A-FA8D-4E16-AD72-7B60B1C258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87" name="Rectangle 86">
              <a:extLst>
                <a:ext uri="{FF2B5EF4-FFF2-40B4-BE49-F238E27FC236}">
                  <a16:creationId xmlns:a16="http://schemas.microsoft.com/office/drawing/2014/main" id="{6885D229-60DD-4D71-8181-10E781C149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8" name="Oval 87">
              <a:extLst>
                <a:ext uri="{FF2B5EF4-FFF2-40B4-BE49-F238E27FC236}">
                  <a16:creationId xmlns:a16="http://schemas.microsoft.com/office/drawing/2014/main" id="{0B0DAA45-BE66-4F0C-93A6-519D94107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9" name="Oval 88">
              <a:extLst>
                <a:ext uri="{FF2B5EF4-FFF2-40B4-BE49-F238E27FC236}">
                  <a16:creationId xmlns:a16="http://schemas.microsoft.com/office/drawing/2014/main" id="{EF449A3D-A43B-4688-BD89-35734D0072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0" name="Oval 89">
              <a:extLst>
                <a:ext uri="{FF2B5EF4-FFF2-40B4-BE49-F238E27FC236}">
                  <a16:creationId xmlns:a16="http://schemas.microsoft.com/office/drawing/2014/main" id="{74E9975C-AF3D-48EF-B3F0-112A01A382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1" name="Oval 90">
              <a:extLst>
                <a:ext uri="{FF2B5EF4-FFF2-40B4-BE49-F238E27FC236}">
                  <a16:creationId xmlns:a16="http://schemas.microsoft.com/office/drawing/2014/main" id="{CF00A076-2FEA-40D1-8F85-8424817979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2" name="Oval 91">
              <a:extLst>
                <a:ext uri="{FF2B5EF4-FFF2-40B4-BE49-F238E27FC236}">
                  <a16:creationId xmlns:a16="http://schemas.microsoft.com/office/drawing/2014/main" id="{A2E68741-6133-4CAA-BF3C-F0E6CF40C5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3" name="Freeform 5">
              <a:extLst>
                <a:ext uri="{FF2B5EF4-FFF2-40B4-BE49-F238E27FC236}">
                  <a16:creationId xmlns:a16="http://schemas.microsoft.com/office/drawing/2014/main" id="{76C01C64-4A8B-42FC-93C5-2D6A3EBAB7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4" name="Freeform 5">
              <a:extLst>
                <a:ext uri="{FF2B5EF4-FFF2-40B4-BE49-F238E27FC236}">
                  <a16:creationId xmlns:a16="http://schemas.microsoft.com/office/drawing/2014/main" id="{D969AEA9-C1EE-45E1-9964-D9705492E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95" name="Freeform 5">
              <a:extLst>
                <a:ext uri="{FF2B5EF4-FFF2-40B4-BE49-F238E27FC236}">
                  <a16:creationId xmlns:a16="http://schemas.microsoft.com/office/drawing/2014/main" id="{4845E67D-4E5B-44B3-AB74-5E95C839E7A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97" name="Rectangle 96">
            <a:extLst>
              <a:ext uri="{FF2B5EF4-FFF2-40B4-BE49-F238E27FC236}">
                <a16:creationId xmlns:a16="http://schemas.microsoft.com/office/drawing/2014/main" id="{079CE317-680B-449C-A423-71C1FE069B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9" name="Title 8">
            <a:extLst>
              <a:ext uri="{FF2B5EF4-FFF2-40B4-BE49-F238E27FC236}">
                <a16:creationId xmlns:a16="http://schemas.microsoft.com/office/drawing/2014/main" id="{58DF4AC2-90FD-EAB6-47E2-A453D1CAE2A9}"/>
              </a:ext>
            </a:extLst>
          </p:cNvPr>
          <p:cNvSpPr>
            <a:spLocks noGrp="1"/>
          </p:cNvSpPr>
          <p:nvPr>
            <p:ph type="ctrTitle"/>
          </p:nvPr>
        </p:nvSpPr>
        <p:spPr>
          <a:xfrm>
            <a:off x="1499058" y="972074"/>
            <a:ext cx="9483549" cy="706964"/>
          </a:xfrm>
        </p:spPr>
        <p:txBody>
          <a:bodyPr vert="horz" lIns="91440" tIns="45720" rIns="91440" bIns="45720" rtlCol="0" anchor="ctr">
            <a:normAutofit fontScale="90000"/>
          </a:bodyPr>
          <a:lstStyle/>
          <a:p>
            <a:r>
              <a:rPr lang="en-US" sz="3600" dirty="0">
                <a:solidFill>
                  <a:srgbClr val="EBEBEB"/>
                </a:solidFill>
              </a:rPr>
              <a:t>The Eye and Mouth Aspect Ratio Technique</a:t>
            </a:r>
            <a:endParaRPr lang="en-US" sz="3600" b="0" i="0" kern="1200" dirty="0">
              <a:solidFill>
                <a:srgbClr val="EBEBEB"/>
              </a:solidFill>
              <a:latin typeface="+mj-lt"/>
              <a:ea typeface="+mj-ea"/>
              <a:cs typeface="+mj-cs"/>
            </a:endParaRPr>
          </a:p>
        </p:txBody>
      </p:sp>
      <p:sp>
        <p:nvSpPr>
          <p:cNvPr id="13" name="TextBox 12">
            <a:extLst>
              <a:ext uri="{FF2B5EF4-FFF2-40B4-BE49-F238E27FC236}">
                <a16:creationId xmlns:a16="http://schemas.microsoft.com/office/drawing/2014/main" id="{37255D70-99A1-499F-4DF4-D0F58D43F2EB}"/>
              </a:ext>
            </a:extLst>
          </p:cNvPr>
          <p:cNvSpPr txBox="1"/>
          <p:nvPr/>
        </p:nvSpPr>
        <p:spPr>
          <a:xfrm>
            <a:off x="515810" y="2516912"/>
            <a:ext cx="6397313" cy="3416300"/>
          </a:xfrm>
          <a:prstGeom prst="rect">
            <a:avLst/>
          </a:prstGeom>
        </p:spPr>
        <p:txBody>
          <a:bodyPr vert="horz" lIns="91440" tIns="45720" rIns="91440" bIns="45720" rtlCol="0" anchor="ctr">
            <a:normAutofit/>
          </a:bodyPr>
          <a:lstStyle/>
          <a:p>
            <a:pPr algn="just">
              <a:lnSpc>
                <a:spcPct val="90000"/>
              </a:lnSpc>
              <a:spcBef>
                <a:spcPts val="1000"/>
              </a:spcBef>
              <a:buClr>
                <a:schemeClr val="accent1"/>
              </a:buClr>
              <a:buSzPct val="80000"/>
              <a:buFont typeface="Wingdings 3" charset="2"/>
              <a:buChar char=""/>
            </a:pPr>
            <a:r>
              <a:rPr lang="en-US" sz="15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T</a:t>
            </a:r>
            <a:r>
              <a:rPr lang="en-US" sz="1500" dirty="0">
                <a:solidFill>
                  <a:schemeClr val="tx1">
                    <a:lumMod val="75000"/>
                    <a:lumOff val="25000"/>
                  </a:schemeClr>
                </a:solidFill>
                <a:effectLst/>
                <a:latin typeface="Calibri" panose="020F0502020204030204" pitchFamily="34" charset="0"/>
                <a:ea typeface="Calibri" panose="020F0502020204030204" pitchFamily="34" charset="0"/>
                <a:cs typeface="Calibri" panose="020F0502020204030204" pitchFamily="34" charset="0"/>
              </a:rPr>
              <a:t>he two diagrams correspond to the change of the MAR curve in yawning state and the EAR curve in the one eye closing process, respectively. </a:t>
            </a:r>
          </a:p>
          <a:p>
            <a:pPr algn="just">
              <a:lnSpc>
                <a:spcPct val="90000"/>
              </a:lnSpc>
              <a:spcBef>
                <a:spcPts val="1000"/>
              </a:spcBef>
              <a:buClr>
                <a:schemeClr val="accent1"/>
              </a:buClr>
              <a:buSzPct val="80000"/>
              <a:buFont typeface="Wingdings 3" charset="2"/>
              <a:buChar char=""/>
            </a:pPr>
            <a:r>
              <a:rPr lang="en-US" sz="1500" dirty="0">
                <a:solidFill>
                  <a:schemeClr val="tx1">
                    <a:lumMod val="75000"/>
                    <a:lumOff val="25000"/>
                  </a:schemeClr>
                </a:solidFill>
                <a:effectLst/>
                <a:latin typeface="Calibri" panose="020F0502020204030204" pitchFamily="34" charset="0"/>
                <a:ea typeface="Calibri" panose="020F0502020204030204" pitchFamily="34" charset="0"/>
                <a:cs typeface="Calibri" panose="020F0502020204030204" pitchFamily="34" charset="0"/>
              </a:rPr>
              <a:t>The EAR value drops rapidly to close to zero, and then rises rapidly, representing that the driver blinks once. When the eyes of the driver are open, the EAR is over 0.2, or when the EAR is less than 0.2, it means that the eyes of the driver closed due to dozing. </a:t>
            </a:r>
          </a:p>
          <a:p>
            <a:pPr algn="just">
              <a:lnSpc>
                <a:spcPct val="90000"/>
              </a:lnSpc>
              <a:spcBef>
                <a:spcPts val="1000"/>
              </a:spcBef>
              <a:buClr>
                <a:schemeClr val="accent1"/>
              </a:buClr>
              <a:buSzPct val="80000"/>
              <a:buFont typeface="Wingdings 3" charset="2"/>
              <a:buChar char=""/>
            </a:pPr>
            <a:r>
              <a:rPr lang="en-US" sz="1500" dirty="0">
                <a:solidFill>
                  <a:schemeClr val="tx1">
                    <a:lumMod val="75000"/>
                    <a:lumOff val="25000"/>
                  </a:schemeClr>
                </a:solidFill>
                <a:effectLst/>
                <a:latin typeface="Calibri" panose="020F0502020204030204" pitchFamily="34" charset="0"/>
                <a:ea typeface="Calibri" panose="020F0502020204030204" pitchFamily="34" charset="0"/>
                <a:cs typeface="Calibri" panose="020F0502020204030204" pitchFamily="34" charset="0"/>
              </a:rPr>
              <a:t>When the driver yawns, the wider the mouth opens, the greater the MAR value, which determines that the driver yawns. </a:t>
            </a:r>
          </a:p>
          <a:p>
            <a:pPr algn="just">
              <a:lnSpc>
                <a:spcPct val="90000"/>
              </a:lnSpc>
              <a:spcBef>
                <a:spcPts val="1000"/>
              </a:spcBef>
              <a:buClr>
                <a:schemeClr val="accent1"/>
              </a:buClr>
              <a:buSzPct val="80000"/>
              <a:buFont typeface="Wingdings 3" charset="2"/>
              <a:buChar char=""/>
            </a:pPr>
            <a:r>
              <a:rPr lang="en-US" sz="1500" dirty="0">
                <a:solidFill>
                  <a:schemeClr val="tx1">
                    <a:lumMod val="75000"/>
                    <a:lumOff val="25000"/>
                  </a:schemeClr>
                </a:solidFill>
                <a:effectLst/>
                <a:latin typeface="Calibri" panose="020F0502020204030204" pitchFamily="34" charset="0"/>
                <a:ea typeface="Calibri" panose="020F0502020204030204" pitchFamily="34" charset="0"/>
                <a:cs typeface="Calibri" panose="020F0502020204030204" pitchFamily="34" charset="0"/>
              </a:rPr>
              <a:t>According to the experimental curve, when the driver’s mouth yawns, the MAR value is more than 0.60. Therefore, the values of EAR/MAR can be adopted to detect whether the driver is fatigue driving.</a:t>
            </a:r>
            <a:endParaRPr lang="en-US" sz="15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p:txBody>
      </p:sp>
      <p:pic>
        <p:nvPicPr>
          <p:cNvPr id="11" name="Picture 6">
            <a:extLst>
              <a:ext uri="{FF2B5EF4-FFF2-40B4-BE49-F238E27FC236}">
                <a16:creationId xmlns:a16="http://schemas.microsoft.com/office/drawing/2014/main" id="{EDC03D11-4C1D-E00D-70C2-6B713B3E6C92}"/>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118556" y="2733429"/>
            <a:ext cx="4685220" cy="2819400"/>
          </a:xfrm>
          <a:prstGeom prst="roundRect">
            <a:avLst>
              <a:gd name="adj" fmla="val 1858"/>
            </a:avLst>
          </a:prstGeom>
          <a:noFill/>
          <a:effectLst>
            <a:outerShdw blurRad="50800" dist="50800" dir="54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68259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086" name="Group 2073">
            <a:extLst>
              <a:ext uri="{FF2B5EF4-FFF2-40B4-BE49-F238E27FC236}">
                <a16:creationId xmlns:a16="http://schemas.microsoft.com/office/drawing/2014/main" id="{EED2E2BB-3846-41EB-9F1E-92C33C4A8F4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2075" name="Rectangle 2074">
              <a:extLst>
                <a:ext uri="{FF2B5EF4-FFF2-40B4-BE49-F238E27FC236}">
                  <a16:creationId xmlns:a16="http://schemas.microsoft.com/office/drawing/2014/main" id="{C73D5773-5AC9-444A-A47A-EB6656ACDC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76" name="Freeform 5">
              <a:extLst>
                <a:ext uri="{FF2B5EF4-FFF2-40B4-BE49-F238E27FC236}">
                  <a16:creationId xmlns:a16="http://schemas.microsoft.com/office/drawing/2014/main" id="{81EB4475-C020-4325-AF59-31FCBFB7C54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087" name="Rectangle 2077">
            <a:extLst>
              <a:ext uri="{FF2B5EF4-FFF2-40B4-BE49-F238E27FC236}">
                <a16:creationId xmlns:a16="http://schemas.microsoft.com/office/drawing/2014/main" id="{F7689D68-C339-4D5B-9DAA-E13F6BD4D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51CCE27E-D7B5-A1F0-5904-0E506DD7AE13}"/>
              </a:ext>
            </a:extLst>
          </p:cNvPr>
          <p:cNvSpPr>
            <a:spLocks noGrp="1"/>
          </p:cNvSpPr>
          <p:nvPr>
            <p:ph type="title"/>
          </p:nvPr>
        </p:nvSpPr>
        <p:spPr>
          <a:xfrm>
            <a:off x="4662333" y="2099733"/>
            <a:ext cx="5730960" cy="1035353"/>
          </a:xfrm>
        </p:spPr>
        <p:txBody>
          <a:bodyPr vert="horz" lIns="91440" tIns="45720" rIns="91440" bIns="45720" rtlCol="0" anchor="b">
            <a:normAutofit/>
          </a:bodyPr>
          <a:lstStyle/>
          <a:p>
            <a:r>
              <a:rPr lang="en-US" sz="4800" b="0" i="0" kern="1200" dirty="0">
                <a:solidFill>
                  <a:schemeClr val="bg2"/>
                </a:solidFill>
                <a:latin typeface="+mj-lt"/>
                <a:ea typeface="+mj-ea"/>
                <a:cs typeface="+mj-cs"/>
              </a:rPr>
              <a:t>Dataset Collection</a:t>
            </a:r>
          </a:p>
        </p:txBody>
      </p:sp>
      <p:sp>
        <p:nvSpPr>
          <p:cNvPr id="3" name="Content Placeholder 2">
            <a:extLst>
              <a:ext uri="{FF2B5EF4-FFF2-40B4-BE49-F238E27FC236}">
                <a16:creationId xmlns:a16="http://schemas.microsoft.com/office/drawing/2014/main" id="{49C10AD2-52E6-06CE-FA3F-B985DFE9F8C3}"/>
              </a:ext>
            </a:extLst>
          </p:cNvPr>
          <p:cNvSpPr>
            <a:spLocks noGrp="1"/>
          </p:cNvSpPr>
          <p:nvPr>
            <p:ph type="body" idx="1"/>
          </p:nvPr>
        </p:nvSpPr>
        <p:spPr>
          <a:xfrm>
            <a:off x="4662333" y="3635829"/>
            <a:ext cx="6978124" cy="2002971"/>
          </a:xfrm>
        </p:spPr>
        <p:txBody>
          <a:bodyPr vert="horz" lIns="91440" tIns="45720" rIns="91440" bIns="45720" rtlCol="0" anchor="t">
            <a:normAutofit/>
          </a:bodyPr>
          <a:lstStyle/>
          <a:p>
            <a:pPr algn="just">
              <a:lnSpc>
                <a:spcPct val="90000"/>
              </a:lnSpc>
            </a:pPr>
            <a:r>
              <a:rPr lang="en-US" sz="1800" cap="none" dirty="0">
                <a:solidFill>
                  <a:schemeClr val="bg1"/>
                </a:solidFill>
                <a:latin typeface="Calibri" panose="020F0502020204030204" pitchFamily="34" charset="0"/>
                <a:ea typeface="Calibri" panose="020F0502020204030204" pitchFamily="34" charset="0"/>
                <a:cs typeface="Calibri" panose="020F0502020204030204" pitchFamily="34" charset="0"/>
              </a:rPr>
              <a:t>We will be using our own images that we will retrieve as frames from self shot videos and, we will look out for open datasets/sources to feed them as input while training our model. </a:t>
            </a:r>
          </a:p>
          <a:p>
            <a:pPr>
              <a:lnSpc>
                <a:spcPct val="90000"/>
              </a:lnSpc>
            </a:pPr>
            <a:endParaRPr lang="en-US" sz="1400" b="0" i="0" kern="1200" cap="all" dirty="0">
              <a:solidFill>
                <a:schemeClr val="accent1">
                  <a:lumMod val="60000"/>
                  <a:lumOff val="40000"/>
                </a:schemeClr>
              </a:solidFill>
              <a:latin typeface="+mn-lt"/>
              <a:ea typeface="+mn-ea"/>
              <a:cs typeface="+mn-cs"/>
            </a:endParaRPr>
          </a:p>
        </p:txBody>
      </p:sp>
      <p:sp>
        <p:nvSpPr>
          <p:cNvPr id="2088" name="Rectangle 2079">
            <a:extLst>
              <a:ext uri="{FF2B5EF4-FFF2-40B4-BE49-F238E27FC236}">
                <a16:creationId xmlns:a16="http://schemas.microsoft.com/office/drawing/2014/main" id="{A544F623-2098-48D8-A8F6-41CCBAF199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9764" y="2099733"/>
            <a:ext cx="3052933" cy="3539068"/>
          </a:xfrm>
          <a:prstGeom prst="rect">
            <a:avLst/>
          </a:prstGeom>
          <a:solidFill>
            <a:srgbClr val="FFFFFE"/>
          </a:solidFill>
          <a:ln w="15875">
            <a:solidFill>
              <a:schemeClr val="tx2">
                <a:lumMod val="75000"/>
              </a:schemeClr>
            </a:solidFill>
          </a:ln>
          <a:effectLst>
            <a:outerShdw blurRad="50800" dist="50800" dir="54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4" name="Picture 6" descr="Drowsiness Detection System Based on Machine Learning Using Eye State">
            <a:extLst>
              <a:ext uri="{FF2B5EF4-FFF2-40B4-BE49-F238E27FC236}">
                <a16:creationId xmlns:a16="http://schemas.microsoft.com/office/drawing/2014/main" id="{E2F80F37-2421-E126-79DB-10A193C81E1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219" r="4770" b="-1"/>
          <a:stretch/>
        </p:blipFill>
        <p:spPr bwMode="auto">
          <a:xfrm>
            <a:off x="1911993" y="2264325"/>
            <a:ext cx="1448475" cy="1522641"/>
          </a:xfrm>
          <a:prstGeom prst="roundRect">
            <a:avLst>
              <a:gd name="adj" fmla="val 1858"/>
            </a:avLst>
          </a:prstGeom>
          <a:noFill/>
          <a:effectLst/>
          <a:extLst>
            <a:ext uri="{909E8E84-426E-40DD-AFC4-6F175D3DCCD1}">
              <a14:hiddenFill xmlns:a14="http://schemas.microsoft.com/office/drawing/2010/main">
                <a:solidFill>
                  <a:srgbClr val="FFFFFF"/>
                </a:solidFill>
              </a14:hiddenFill>
            </a:ext>
          </a:extLst>
        </p:spPr>
      </p:pic>
      <p:pic>
        <p:nvPicPr>
          <p:cNvPr id="2050" name="Picture 2" descr="Driver Drowsiness Detection System - YouTube">
            <a:extLst>
              <a:ext uri="{FF2B5EF4-FFF2-40B4-BE49-F238E27FC236}">
                <a16:creationId xmlns:a16="http://schemas.microsoft.com/office/drawing/2014/main" id="{54853F08-C019-398F-815E-80DB2C3A5F4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7604" r="4855"/>
          <a:stretch/>
        </p:blipFill>
        <p:spPr bwMode="auto">
          <a:xfrm>
            <a:off x="1911999" y="3951561"/>
            <a:ext cx="1448464" cy="1522645"/>
          </a:xfrm>
          <a:prstGeom prst="roundRect">
            <a:avLst>
              <a:gd name="adj" fmla="val 1858"/>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19688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4B8F7-4E43-7B4D-6FE4-2771CB7ED1F1}"/>
              </a:ext>
            </a:extLst>
          </p:cNvPr>
          <p:cNvSpPr>
            <a:spLocks noGrp="1"/>
          </p:cNvSpPr>
          <p:nvPr>
            <p:ph type="title"/>
          </p:nvPr>
        </p:nvSpPr>
        <p:spPr>
          <a:xfrm>
            <a:off x="1154954" y="973668"/>
            <a:ext cx="8761413" cy="706964"/>
          </a:xfrm>
        </p:spPr>
        <p:txBody>
          <a:bodyPr>
            <a:normAutofit/>
          </a:bodyPr>
          <a:lstStyle/>
          <a:p>
            <a:r>
              <a:rPr lang="en-US">
                <a:solidFill>
                  <a:srgbClr val="EBEBEB"/>
                </a:solidFill>
              </a:rPr>
              <a:t>How do we solve this problem ?</a:t>
            </a:r>
            <a:endParaRPr lang="en-IN" b="1">
              <a:solidFill>
                <a:srgbClr val="EBEBEB"/>
              </a:solidFill>
            </a:endParaRPr>
          </a:p>
        </p:txBody>
      </p:sp>
      <p:sp>
        <p:nvSpPr>
          <p:cNvPr id="4" name="Content Placeholder 3">
            <a:extLst>
              <a:ext uri="{FF2B5EF4-FFF2-40B4-BE49-F238E27FC236}">
                <a16:creationId xmlns:a16="http://schemas.microsoft.com/office/drawing/2014/main" id="{3F63E932-0FFC-3608-D238-DFF553E9A734}"/>
              </a:ext>
            </a:extLst>
          </p:cNvPr>
          <p:cNvSpPr>
            <a:spLocks noGrp="1"/>
          </p:cNvSpPr>
          <p:nvPr>
            <p:ph idx="1"/>
          </p:nvPr>
        </p:nvSpPr>
        <p:spPr>
          <a:xfrm>
            <a:off x="1154954" y="2603500"/>
            <a:ext cx="6397313" cy="3416300"/>
          </a:xfrm>
        </p:spPr>
        <p:txBody>
          <a:bodyPr anchor="ctr">
            <a:normAutofit/>
          </a:bodyPr>
          <a:lstStyle/>
          <a:p>
            <a:r>
              <a:rPr lang="en-US" dirty="0">
                <a:latin typeface="Calibri" panose="020F0502020204030204" pitchFamily="34" charset="0"/>
                <a:ea typeface="Calibri" panose="020F0502020204030204" pitchFamily="34" charset="0"/>
                <a:cs typeface="Calibri" panose="020F0502020204030204" pitchFamily="34" charset="0"/>
              </a:rPr>
              <a:t>We are using python libraries like:</a:t>
            </a:r>
          </a:p>
          <a:p>
            <a:pPr>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OpenCV</a:t>
            </a:r>
          </a:p>
          <a:p>
            <a:pPr>
              <a:buFont typeface="Arial" panose="020B0604020202020204" pitchFamily="34" charset="0"/>
              <a:buChar char="•"/>
            </a:pPr>
            <a:r>
              <a:rPr lang="en-US" dirty="0" err="1">
                <a:latin typeface="Calibri" panose="020F0502020204030204" pitchFamily="34" charset="0"/>
                <a:ea typeface="Calibri" panose="020F0502020204030204" pitchFamily="34" charset="0"/>
                <a:cs typeface="Calibri" panose="020F0502020204030204" pitchFamily="34" charset="0"/>
              </a:rPr>
              <a:t>Dlib</a:t>
            </a:r>
            <a:endParaRPr lang="en-US"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en-US" dirty="0" err="1">
                <a:latin typeface="Calibri" panose="020F0502020204030204" pitchFamily="34" charset="0"/>
                <a:ea typeface="Calibri" panose="020F0502020204030204" pitchFamily="34" charset="0"/>
                <a:cs typeface="Calibri" panose="020F0502020204030204" pitchFamily="34" charset="0"/>
              </a:rPr>
              <a:t>Mediapipe</a:t>
            </a:r>
            <a:endParaRPr lang="en-US"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en-US" dirty="0" err="1">
                <a:latin typeface="Calibri" panose="020F0502020204030204" pitchFamily="34" charset="0"/>
                <a:ea typeface="Calibri" panose="020F0502020204030204" pitchFamily="34" charset="0"/>
                <a:cs typeface="Calibri" panose="020F0502020204030204" pitchFamily="34" charset="0"/>
              </a:rPr>
              <a:t>FaceMesh</a:t>
            </a: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dirty="0"/>
          </a:p>
          <a:p>
            <a:pPr marL="0" indent="0">
              <a:buNone/>
            </a:pPr>
            <a:endParaRPr lang="en-IN" dirty="0"/>
          </a:p>
        </p:txBody>
      </p:sp>
      <p:pic>
        <p:nvPicPr>
          <p:cNvPr id="17" name="Graphic 16" descr="Classroom">
            <a:extLst>
              <a:ext uri="{FF2B5EF4-FFF2-40B4-BE49-F238E27FC236}">
                <a16:creationId xmlns:a16="http://schemas.microsoft.com/office/drawing/2014/main" id="{8126D998-1100-4EFB-0344-752595DC774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27013" y="2775951"/>
            <a:ext cx="3067163" cy="3067163"/>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41489539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E5D4A15D-C852-47D7-A7E3-7F8FEE9FCA9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3" name="Rectangle 12">
              <a:extLst>
                <a:ext uri="{FF2B5EF4-FFF2-40B4-BE49-F238E27FC236}">
                  <a16:creationId xmlns:a16="http://schemas.microsoft.com/office/drawing/2014/main" id="{C06AA6A2-9E5B-46E6-82B0-8FC1CA7231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a:extLst>
                <a:ext uri="{FF2B5EF4-FFF2-40B4-BE49-F238E27FC236}">
                  <a16:creationId xmlns:a16="http://schemas.microsoft.com/office/drawing/2014/main" id="{11E7C01A-5F5B-4E17-B91B-26FA9ADB54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a:extLst>
                <a:ext uri="{FF2B5EF4-FFF2-40B4-BE49-F238E27FC236}">
                  <a16:creationId xmlns:a16="http://schemas.microsoft.com/office/drawing/2014/main" id="{71DA43BF-6FE1-458D-A112-1687677B00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a:extLst>
                <a:ext uri="{FF2B5EF4-FFF2-40B4-BE49-F238E27FC236}">
                  <a16:creationId xmlns:a16="http://schemas.microsoft.com/office/drawing/2014/main" id="{FAA5FF03-83FF-43B9-B66B-5FD05A9589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a:extLst>
                <a:ext uri="{FF2B5EF4-FFF2-40B4-BE49-F238E27FC236}">
                  <a16:creationId xmlns:a16="http://schemas.microsoft.com/office/drawing/2014/main" id="{BC4D7AA7-0424-4C72-AE55-4B413DD471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a:extLst>
                <a:ext uri="{FF2B5EF4-FFF2-40B4-BE49-F238E27FC236}">
                  <a16:creationId xmlns:a16="http://schemas.microsoft.com/office/drawing/2014/main" id="{BC2D80F1-5DC4-4396-B0E1-C774E82EC7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a:extLst>
                <a:ext uri="{FF2B5EF4-FFF2-40B4-BE49-F238E27FC236}">
                  <a16:creationId xmlns:a16="http://schemas.microsoft.com/office/drawing/2014/main" id="{48171057-920A-4188-A18E-97D710A35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0" name="Freeform 5">
              <a:extLst>
                <a:ext uri="{FF2B5EF4-FFF2-40B4-BE49-F238E27FC236}">
                  <a16:creationId xmlns:a16="http://schemas.microsoft.com/office/drawing/2014/main" id="{1C871B74-1D69-47F0-A28D-8F3454779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1" name="Freeform 5">
              <a:extLst>
                <a:ext uri="{FF2B5EF4-FFF2-40B4-BE49-F238E27FC236}">
                  <a16:creationId xmlns:a16="http://schemas.microsoft.com/office/drawing/2014/main" id="{63001BDC-368C-49CC-9F3F-EAF38A0A49E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3" name="Rectangle 22">
            <a:extLst>
              <a:ext uri="{FF2B5EF4-FFF2-40B4-BE49-F238E27FC236}">
                <a16:creationId xmlns:a16="http://schemas.microsoft.com/office/drawing/2014/main" id="{6288FC2F-B192-42B2-90BE-517E1039BE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grpSp>
        <p:nvGrpSpPr>
          <p:cNvPr id="25" name="Group 24">
            <a:extLst>
              <a:ext uri="{FF2B5EF4-FFF2-40B4-BE49-F238E27FC236}">
                <a16:creationId xmlns:a16="http://schemas.microsoft.com/office/drawing/2014/main" id="{2F448CB3-7B4F-45D7-B7C0-DF553DF614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26" name="Rectangle 25">
              <a:extLst>
                <a:ext uri="{FF2B5EF4-FFF2-40B4-BE49-F238E27FC236}">
                  <a16:creationId xmlns:a16="http://schemas.microsoft.com/office/drawing/2014/main" id="{5C5305EA-7A88-413D-BE8A-47A02476F0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Freeform 5">
              <a:extLst>
                <a:ext uri="{FF2B5EF4-FFF2-40B4-BE49-F238E27FC236}">
                  <a16:creationId xmlns:a16="http://schemas.microsoft.com/office/drawing/2014/main" id="{FCA94DB5-FE56-4A3D-BC48-31B5595197F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sp>
      </p:grpSp>
      <p:sp>
        <p:nvSpPr>
          <p:cNvPr id="2" name="TextBox 1">
            <a:extLst>
              <a:ext uri="{FF2B5EF4-FFF2-40B4-BE49-F238E27FC236}">
                <a16:creationId xmlns:a16="http://schemas.microsoft.com/office/drawing/2014/main" id="{ECAD9391-AC28-D10C-AC3A-E32419DB0608}"/>
              </a:ext>
            </a:extLst>
          </p:cNvPr>
          <p:cNvSpPr txBox="1"/>
          <p:nvPr/>
        </p:nvSpPr>
        <p:spPr>
          <a:xfrm>
            <a:off x="1154954" y="973668"/>
            <a:ext cx="8761413" cy="706964"/>
          </a:xfrm>
          <a:prstGeom prst="rect">
            <a:avLst/>
          </a:prstGeom>
        </p:spPr>
        <p:txBody>
          <a:bodyPr vert="horz" lIns="91440" tIns="45720" rIns="91440" bIns="45720" rtlCol="0" anchor="ctr">
            <a:normAutofit/>
          </a:bodyPr>
          <a:lstStyle/>
          <a:p>
            <a:pPr>
              <a:spcBef>
                <a:spcPct val="0"/>
              </a:spcBef>
              <a:spcAft>
                <a:spcPts val="600"/>
              </a:spcAft>
            </a:pPr>
            <a:r>
              <a:rPr lang="en-US" sz="3600" dirty="0">
                <a:solidFill>
                  <a:srgbClr val="FFFFFF"/>
                </a:solidFill>
                <a:latin typeface="+mj-lt"/>
                <a:ea typeface="+mj-ea"/>
                <a:cs typeface="+mj-cs"/>
              </a:rPr>
              <a:t>Libraries and Modules used:</a:t>
            </a:r>
          </a:p>
        </p:txBody>
      </p:sp>
      <p:sp>
        <p:nvSpPr>
          <p:cNvPr id="29" name="Rectangle 28">
            <a:extLst>
              <a:ext uri="{FF2B5EF4-FFF2-40B4-BE49-F238E27FC236}">
                <a16:creationId xmlns:a16="http://schemas.microsoft.com/office/drawing/2014/main" id="{F9ED434F-8767-46CC-B26B-5AF62FF01E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graphicFrame>
        <p:nvGraphicFramePr>
          <p:cNvPr id="7" name="Content Placeholder 2">
            <a:extLst>
              <a:ext uri="{FF2B5EF4-FFF2-40B4-BE49-F238E27FC236}">
                <a16:creationId xmlns:a16="http://schemas.microsoft.com/office/drawing/2014/main" id="{53C1526D-ECE5-CF1D-89DB-7D9C17D79A21}"/>
              </a:ext>
            </a:extLst>
          </p:cNvPr>
          <p:cNvGraphicFramePr>
            <a:graphicFrameLocks noGrp="1"/>
          </p:cNvGraphicFramePr>
          <p:nvPr>
            <p:ph idx="4294967295"/>
            <p:extLst>
              <p:ext uri="{D42A27DB-BD31-4B8C-83A1-F6EECF244321}">
                <p14:modId xmlns:p14="http://schemas.microsoft.com/office/powerpoint/2010/main" val="3388087526"/>
              </p:ext>
            </p:extLst>
          </p:nvPr>
        </p:nvGraphicFramePr>
        <p:xfrm>
          <a:off x="1286934" y="2324100"/>
          <a:ext cx="9625383" cy="34226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67365024"/>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6898C-B807-36EA-8F7B-C352E4B66721}"/>
              </a:ext>
            </a:extLst>
          </p:cNvPr>
          <p:cNvSpPr>
            <a:spLocks noGrp="1"/>
          </p:cNvSpPr>
          <p:nvPr>
            <p:ph type="title"/>
          </p:nvPr>
        </p:nvSpPr>
        <p:spPr/>
        <p:txBody>
          <a:bodyPr/>
          <a:lstStyle/>
          <a:p>
            <a:r>
              <a:rPr lang="en-US" dirty="0"/>
              <a:t>Results</a:t>
            </a:r>
            <a:endParaRPr lang="en-IN" dirty="0"/>
          </a:p>
        </p:txBody>
      </p:sp>
      <p:sp>
        <p:nvSpPr>
          <p:cNvPr id="3" name="Content Placeholder 2">
            <a:extLst>
              <a:ext uri="{FF2B5EF4-FFF2-40B4-BE49-F238E27FC236}">
                <a16:creationId xmlns:a16="http://schemas.microsoft.com/office/drawing/2014/main" id="{97999AC0-0F06-786E-2C26-19B2DAE81E35}"/>
              </a:ext>
            </a:extLst>
          </p:cNvPr>
          <p:cNvSpPr>
            <a:spLocks noGrp="1"/>
          </p:cNvSpPr>
          <p:nvPr>
            <p:ph idx="1"/>
          </p:nvPr>
        </p:nvSpPr>
        <p:spPr>
          <a:xfrm>
            <a:off x="209405" y="2603499"/>
            <a:ext cx="11677795" cy="4013685"/>
          </a:xfrm>
        </p:spPr>
        <p:txBody>
          <a:bodyPr/>
          <a:lstStyle/>
          <a:p>
            <a:pPr algn="just"/>
            <a:r>
              <a:rPr lang="en-US" dirty="0">
                <a:latin typeface="Calibri" panose="020F0502020204030204" pitchFamily="34" charset="0"/>
                <a:ea typeface="Calibri" panose="020F0502020204030204" pitchFamily="34" charset="0"/>
                <a:cs typeface="Calibri" panose="020F0502020204030204" pitchFamily="34" charset="0"/>
              </a:rPr>
              <a:t>We used deep learning models like Convolutional Neural Networks (CNNs) and Open CV libraries for the detection of drowsiness.</a:t>
            </a:r>
          </a:p>
          <a:p>
            <a:pPr algn="just"/>
            <a:r>
              <a:rPr lang="en-US" dirty="0">
                <a:latin typeface="Calibri" panose="020F0502020204030204" pitchFamily="34" charset="0"/>
                <a:ea typeface="Calibri" panose="020F0502020204030204" pitchFamily="34" charset="0"/>
                <a:cs typeface="Calibri" panose="020F0502020204030204" pitchFamily="34" charset="0"/>
              </a:rPr>
              <a:t>CNN models take photos or video frames as input and automatically learn to extract key information. For input we have used the dataset from Kaggle to train the model. In model building we used Sequential , Conv2D , Maxpooling2D and dense layers. </a:t>
            </a:r>
          </a:p>
          <a:p>
            <a:pPr algn="just"/>
            <a:r>
              <a:rPr lang="en-US" dirty="0">
                <a:latin typeface="Calibri" panose="020F0502020204030204" pitchFamily="34" charset="0"/>
                <a:ea typeface="Calibri" panose="020F0502020204030204" pitchFamily="34" charset="0"/>
                <a:cs typeface="Calibri" panose="020F0502020204030204" pitchFamily="34" charset="0"/>
              </a:rPr>
              <a:t>Focusing on the Open - Closed Eye and Yawn – No Yawn dataset, and we achieved the accuracy of 90.68% while predicting the drowsiness of driver.</a:t>
            </a:r>
          </a:p>
          <a:p>
            <a:pPr algn="just"/>
            <a:r>
              <a:rPr lang="en-US" dirty="0">
                <a:latin typeface="Calibri" panose="020F0502020204030204" pitchFamily="34" charset="0"/>
                <a:ea typeface="Calibri" panose="020F0502020204030204" pitchFamily="34" charset="0"/>
                <a:cs typeface="Calibri" panose="020F0502020204030204" pitchFamily="34" charset="0"/>
              </a:rPr>
              <a:t>We worked on another model using OpenCV and </a:t>
            </a:r>
            <a:r>
              <a:rPr lang="en-US" dirty="0" err="1">
                <a:latin typeface="Calibri" panose="020F0502020204030204" pitchFamily="34" charset="0"/>
                <a:ea typeface="Calibri" panose="020F0502020204030204" pitchFamily="34" charset="0"/>
                <a:cs typeface="Calibri" panose="020F0502020204030204" pitchFamily="34" charset="0"/>
              </a:rPr>
              <a:t>Dlib</a:t>
            </a:r>
            <a:r>
              <a:rPr lang="en-US" dirty="0">
                <a:latin typeface="Calibri" panose="020F0502020204030204" pitchFamily="34" charset="0"/>
                <a:ea typeface="Calibri" panose="020F0502020204030204" pitchFamily="34" charset="0"/>
                <a:cs typeface="Calibri" panose="020F0502020204030204" pitchFamily="34" charset="0"/>
              </a:rPr>
              <a:t> libraries where we were able to generalize the drowsiness detection using the live webcam which is quite accurate.</a:t>
            </a:r>
          </a:p>
          <a:p>
            <a:pPr algn="just"/>
            <a:r>
              <a:rPr lang="en-US" dirty="0">
                <a:latin typeface="Calibri" panose="020F0502020204030204" pitchFamily="34" charset="0"/>
                <a:ea typeface="Calibri" panose="020F0502020204030204" pitchFamily="34" charset="0"/>
                <a:cs typeface="Calibri" panose="020F0502020204030204" pitchFamily="34" charset="0"/>
              </a:rPr>
              <a:t>We worked on 3</a:t>
            </a:r>
            <a:r>
              <a:rPr lang="en-US" baseline="30000" dirty="0">
                <a:latin typeface="Calibri" panose="020F0502020204030204" pitchFamily="34" charset="0"/>
                <a:ea typeface="Calibri" panose="020F0502020204030204" pitchFamily="34" charset="0"/>
                <a:cs typeface="Calibri" panose="020F0502020204030204" pitchFamily="34" charset="0"/>
              </a:rPr>
              <a:t>rd</a:t>
            </a:r>
            <a:r>
              <a:rPr lang="en-US" dirty="0">
                <a:latin typeface="Calibri" panose="020F0502020204030204" pitchFamily="34" charset="0"/>
                <a:ea typeface="Calibri" panose="020F0502020204030204" pitchFamily="34" charset="0"/>
                <a:cs typeface="Calibri" panose="020F0502020204030204" pitchFamily="34" charset="0"/>
              </a:rPr>
              <a:t> model where we used </a:t>
            </a:r>
            <a:r>
              <a:rPr lang="en-US" dirty="0" err="1">
                <a:latin typeface="Calibri" panose="020F0502020204030204" pitchFamily="34" charset="0"/>
                <a:ea typeface="Calibri" panose="020F0502020204030204" pitchFamily="34" charset="0"/>
                <a:cs typeface="Calibri" panose="020F0502020204030204" pitchFamily="34" charset="0"/>
              </a:rPr>
              <a:t>MediaPipe</a:t>
            </a:r>
            <a:r>
              <a:rPr lang="en-US" dirty="0">
                <a:latin typeface="Calibri" panose="020F0502020204030204" pitchFamily="34" charset="0"/>
                <a:ea typeface="Calibri" panose="020F0502020204030204" pitchFamily="34" charset="0"/>
                <a:cs typeface="Calibri" panose="020F0502020204030204" pitchFamily="34" charset="0"/>
              </a:rPr>
              <a:t> Library for detection which does have more capability in detecting drowsiness for it includes </a:t>
            </a:r>
            <a:r>
              <a:rPr lang="en-US" dirty="0" err="1">
                <a:latin typeface="Calibri" panose="020F0502020204030204" pitchFamily="34" charset="0"/>
                <a:ea typeface="Calibri" panose="020F0502020204030204" pitchFamily="34" charset="0"/>
                <a:cs typeface="Calibri" panose="020F0502020204030204" pitchFamily="34" charset="0"/>
              </a:rPr>
              <a:t>FaceMesh</a:t>
            </a:r>
            <a:r>
              <a:rPr lang="en-US" dirty="0">
                <a:latin typeface="Calibri" panose="020F0502020204030204" pitchFamily="34" charset="0"/>
                <a:ea typeface="Calibri" panose="020F0502020204030204" pitchFamily="34" charset="0"/>
                <a:cs typeface="Calibri" panose="020F0502020204030204" pitchFamily="34" charset="0"/>
              </a:rPr>
              <a:t>  Modules and we were able to get accurate Open and Closed Eye Detection.</a:t>
            </a:r>
          </a:p>
          <a:p>
            <a:pPr algn="just"/>
            <a:endParaRPr lang="en-US" dirty="0"/>
          </a:p>
          <a:p>
            <a:pPr algn="just"/>
            <a:endParaRPr lang="en-US" dirty="0"/>
          </a:p>
          <a:p>
            <a:pPr marL="0" indent="0" algn="just">
              <a:buNone/>
            </a:pPr>
            <a:endParaRPr lang="en-IN" dirty="0"/>
          </a:p>
        </p:txBody>
      </p:sp>
    </p:spTree>
    <p:extLst>
      <p:ext uri="{BB962C8B-B14F-4D97-AF65-F5344CB8AC3E}">
        <p14:creationId xmlns:p14="http://schemas.microsoft.com/office/powerpoint/2010/main" val="33936419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26D9D-A16D-4AF3-AE40-A632D9ADE91A}"/>
              </a:ext>
            </a:extLst>
          </p:cNvPr>
          <p:cNvSpPr>
            <a:spLocks noGrp="1"/>
          </p:cNvSpPr>
          <p:nvPr>
            <p:ph type="title"/>
          </p:nvPr>
        </p:nvSpPr>
        <p:spPr/>
        <p:txBody>
          <a:bodyPr>
            <a:normAutofit/>
          </a:bodyPr>
          <a:lstStyle/>
          <a:p>
            <a:r>
              <a:rPr lang="en-US">
                <a:solidFill>
                  <a:srgbClr val="EBEBEB"/>
                </a:solidFill>
              </a:rPr>
              <a:t>Future work</a:t>
            </a:r>
            <a:endParaRPr lang="en-IN">
              <a:solidFill>
                <a:srgbClr val="EBEBEB"/>
              </a:solidFill>
            </a:endParaRPr>
          </a:p>
        </p:txBody>
      </p:sp>
      <p:sp>
        <p:nvSpPr>
          <p:cNvPr id="3" name="Content Placeholder 2">
            <a:extLst>
              <a:ext uri="{FF2B5EF4-FFF2-40B4-BE49-F238E27FC236}">
                <a16:creationId xmlns:a16="http://schemas.microsoft.com/office/drawing/2014/main" id="{D4DD16B7-D35B-CC0E-6464-5B498C616EA8}"/>
              </a:ext>
            </a:extLst>
          </p:cNvPr>
          <p:cNvSpPr>
            <a:spLocks noGrp="1"/>
          </p:cNvSpPr>
          <p:nvPr>
            <p:ph idx="1"/>
          </p:nvPr>
        </p:nvSpPr>
        <p:spPr>
          <a:xfrm>
            <a:off x="4567406" y="3060230"/>
            <a:ext cx="6551597" cy="3416300"/>
          </a:xfrm>
        </p:spPr>
        <p:txBody>
          <a:bodyPr anchor="ctr">
            <a:normAutofit/>
          </a:bodyPr>
          <a:lstStyle/>
          <a:p>
            <a:pPr algn="just"/>
            <a:r>
              <a:rPr lang="en-US" dirty="0">
                <a:solidFill>
                  <a:srgbClr val="000000"/>
                </a:solidFill>
                <a:latin typeface="Calibri" panose="020F0502020204030204" pitchFamily="34" charset="0"/>
                <a:ea typeface="Calibri" panose="020F0502020204030204" pitchFamily="34" charset="0"/>
              </a:rPr>
              <a:t>We need to work on detection of yawning and no yawning. We would be focusing on determining the nodding aswell.</a:t>
            </a:r>
          </a:p>
          <a:p>
            <a:pPr algn="just"/>
            <a:r>
              <a:rPr lang="en-US" dirty="0">
                <a:solidFill>
                  <a:srgbClr val="000000"/>
                </a:solidFill>
                <a:latin typeface="Calibri" panose="020F0502020204030204" pitchFamily="34" charset="0"/>
                <a:ea typeface="Calibri" panose="020F0502020204030204" pitchFamily="34" charset="0"/>
              </a:rPr>
              <a:t>Also, we will add the alert sound if driver is detected drowsy for 2 continuous seconds, that will make alert sound.</a:t>
            </a:r>
          </a:p>
          <a:p>
            <a:pPr algn="just"/>
            <a:r>
              <a:rPr lang="en-US" dirty="0">
                <a:solidFill>
                  <a:srgbClr val="000000"/>
                </a:solidFill>
                <a:latin typeface="Calibri" panose="020F0502020204030204" pitchFamily="34" charset="0"/>
                <a:ea typeface="Calibri" panose="020F0502020204030204" pitchFamily="34" charset="0"/>
              </a:rPr>
              <a:t>And final step are we want to deploy our model to streamlit app. Streamlit is a free and open-source framework to rapidly build and share beautiful machine learning and data science web apps.</a:t>
            </a:r>
          </a:p>
          <a:p>
            <a:pPr algn="just"/>
            <a:endParaRPr lang="en-US" dirty="0"/>
          </a:p>
          <a:p>
            <a:pPr algn="just"/>
            <a:endParaRPr lang="en-IN" dirty="0"/>
          </a:p>
        </p:txBody>
      </p:sp>
      <p:pic>
        <p:nvPicPr>
          <p:cNvPr id="4098" name="Picture 2" descr="Tired Sleepy GIF - Tired Sleepy Exhausted GIFs">
            <a:extLst>
              <a:ext uri="{FF2B5EF4-FFF2-40B4-BE49-F238E27FC236}">
                <a16:creationId xmlns:a16="http://schemas.microsoft.com/office/drawing/2014/main" id="{D7EF54F4-9469-2BDC-8E26-02E119B32E9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989948" y="3060230"/>
            <a:ext cx="3031901" cy="1998298"/>
          </a:xfrm>
          <a:prstGeom prst="roundRect">
            <a:avLst>
              <a:gd name="adj" fmla="val 1858"/>
            </a:avLst>
          </a:prstGeom>
          <a:noFill/>
          <a:effectLst>
            <a:outerShdw blurRad="50800" dist="50800" dir="54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4990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3CCF2-E035-896F-6EDC-7467EA55136B}"/>
              </a:ext>
            </a:extLst>
          </p:cNvPr>
          <p:cNvSpPr>
            <a:spLocks noGrp="1"/>
          </p:cNvSpPr>
          <p:nvPr>
            <p:ph type="title"/>
          </p:nvPr>
        </p:nvSpPr>
        <p:spPr>
          <a:xfrm>
            <a:off x="1154954" y="973667"/>
            <a:ext cx="8761413" cy="1055157"/>
          </a:xfrm>
        </p:spPr>
        <p:txBody>
          <a:bodyPr/>
          <a:lstStyle/>
          <a:p>
            <a:r>
              <a:rPr lang="en-US"/>
              <a:t>Ethical Concerns</a:t>
            </a:r>
            <a:endParaRPr lang="en-CA" dirty="0"/>
          </a:p>
        </p:txBody>
      </p:sp>
      <p:sp>
        <p:nvSpPr>
          <p:cNvPr id="3" name="Content Placeholder 2">
            <a:extLst>
              <a:ext uri="{FF2B5EF4-FFF2-40B4-BE49-F238E27FC236}">
                <a16:creationId xmlns:a16="http://schemas.microsoft.com/office/drawing/2014/main" id="{33BAA894-D40A-82AD-B0AE-8AB3FC52F943}"/>
              </a:ext>
            </a:extLst>
          </p:cNvPr>
          <p:cNvSpPr>
            <a:spLocks noGrp="1"/>
          </p:cNvSpPr>
          <p:nvPr>
            <p:ph idx="1"/>
          </p:nvPr>
        </p:nvSpPr>
        <p:spPr>
          <a:xfrm>
            <a:off x="1027135" y="2852740"/>
            <a:ext cx="9998821" cy="3125274"/>
          </a:xfrm>
        </p:spPr>
        <p:txBody>
          <a:bodyPr/>
          <a:lstStyle/>
          <a:p>
            <a:pPr algn="just"/>
            <a:r>
              <a:rPr lang="en-CA" sz="1800" dirty="0">
                <a:solidFill>
                  <a:srgbClr val="000000"/>
                </a:solidFill>
                <a:effectLst/>
                <a:latin typeface="Calibri" panose="020F0502020204030204" pitchFamily="34" charset="0"/>
                <a:ea typeface="Calibri" panose="020F0502020204030204" pitchFamily="34" charset="0"/>
              </a:rPr>
              <a:t>Privacy: Systems for detecting drowsiness gather sensitive information, including physiological signs and facial expressions, which could be used to learn about a person's health, way of life, or habits. This information runs the danger of being abused or revealed without permission, which would be bad for the person's privacy.</a:t>
            </a:r>
          </a:p>
          <a:p>
            <a:pPr algn="just"/>
            <a:r>
              <a:rPr lang="en-CA" dirty="0">
                <a:solidFill>
                  <a:srgbClr val="000000"/>
                </a:solidFill>
                <a:latin typeface="Calibri" panose="020F0502020204030204" pitchFamily="34" charset="0"/>
                <a:ea typeface="Calibri" panose="020F0502020204030204" pitchFamily="34" charset="0"/>
              </a:rPr>
              <a:t>Bias: M</a:t>
            </a:r>
            <a:r>
              <a:rPr lang="en-CA" sz="1800" dirty="0">
                <a:solidFill>
                  <a:srgbClr val="000000"/>
                </a:solidFill>
                <a:effectLst/>
                <a:latin typeface="Calibri" panose="020F0502020204030204" pitchFamily="34" charset="0"/>
                <a:ea typeface="Calibri" panose="020F0502020204030204" pitchFamily="34" charset="0"/>
              </a:rPr>
              <a:t>odels won't be accurate or that they'll yield biased results.</a:t>
            </a:r>
          </a:p>
          <a:p>
            <a:pPr algn="just"/>
            <a:r>
              <a:rPr lang="en-CA" dirty="0">
                <a:solidFill>
                  <a:srgbClr val="000000"/>
                </a:solidFill>
                <a:latin typeface="Calibri" panose="020F0502020204030204" pitchFamily="34" charset="0"/>
                <a:ea typeface="Calibri" panose="020F0502020204030204" pitchFamily="34" charset="0"/>
              </a:rPr>
              <a:t>Reliability: </a:t>
            </a:r>
            <a:r>
              <a:rPr lang="en-CA" sz="1800" dirty="0">
                <a:solidFill>
                  <a:srgbClr val="000000"/>
                </a:solidFill>
                <a:effectLst/>
                <a:latin typeface="Calibri" panose="020F0502020204030204" pitchFamily="34" charset="0"/>
                <a:ea typeface="Calibri" panose="020F0502020204030204" pitchFamily="34" charset="0"/>
              </a:rPr>
              <a:t>Systems for detecting drowsiness are intended to make decisions based on data, and there is a chance that these conclusions may be harmful or wrong. </a:t>
            </a:r>
          </a:p>
          <a:p>
            <a:pPr algn="just"/>
            <a:r>
              <a:rPr lang="en-CA" dirty="0">
                <a:solidFill>
                  <a:srgbClr val="000000"/>
                </a:solidFill>
                <a:latin typeface="Calibri" panose="020F0502020204030204" pitchFamily="34" charset="0"/>
                <a:ea typeface="Calibri" panose="020F0502020204030204" pitchFamily="34" charset="0"/>
              </a:rPr>
              <a:t>False Positives: </a:t>
            </a:r>
            <a:r>
              <a:rPr lang="en-US" dirty="0">
                <a:solidFill>
                  <a:srgbClr val="000000"/>
                </a:solidFill>
                <a:latin typeface="Calibri" panose="020F0502020204030204" pitchFamily="34" charset="0"/>
                <a:ea typeface="Calibri" panose="020F0502020204030204" pitchFamily="34" charset="0"/>
              </a:rPr>
              <a:t>Drowsiness detection systems using machine learning algorithms may produce false positives, which can cause drivers to take unnecessary breaks or reduce their productivity. </a:t>
            </a:r>
          </a:p>
        </p:txBody>
      </p:sp>
    </p:spTree>
    <p:extLst>
      <p:ext uri="{BB962C8B-B14F-4D97-AF65-F5344CB8AC3E}">
        <p14:creationId xmlns:p14="http://schemas.microsoft.com/office/powerpoint/2010/main" val="19603355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2F448CB3-7B4F-45D7-B7C0-DF553DF614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1" name="Rectangle 10">
              <a:extLst>
                <a:ext uri="{FF2B5EF4-FFF2-40B4-BE49-F238E27FC236}">
                  <a16:creationId xmlns:a16="http://schemas.microsoft.com/office/drawing/2014/main" id="{5C5305EA-7A88-413D-BE8A-47A02476F0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Freeform 5">
              <a:extLst>
                <a:ext uri="{FF2B5EF4-FFF2-40B4-BE49-F238E27FC236}">
                  <a16:creationId xmlns:a16="http://schemas.microsoft.com/office/drawing/2014/main" id="{FCA94DB5-FE56-4A3D-BC48-31B5595197F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sp>
      </p:grpSp>
      <p:sp>
        <p:nvSpPr>
          <p:cNvPr id="2" name="Title 1">
            <a:extLst>
              <a:ext uri="{FF2B5EF4-FFF2-40B4-BE49-F238E27FC236}">
                <a16:creationId xmlns:a16="http://schemas.microsoft.com/office/drawing/2014/main" id="{9689A6BB-893B-2095-6322-E3482E9A98C4}"/>
              </a:ext>
            </a:extLst>
          </p:cNvPr>
          <p:cNvSpPr>
            <a:spLocks noGrp="1"/>
          </p:cNvSpPr>
          <p:nvPr>
            <p:ph type="title"/>
          </p:nvPr>
        </p:nvSpPr>
        <p:spPr>
          <a:xfrm>
            <a:off x="1154954" y="973668"/>
            <a:ext cx="8761413" cy="706964"/>
          </a:xfrm>
        </p:spPr>
        <p:txBody>
          <a:bodyPr>
            <a:normAutofit/>
          </a:bodyPr>
          <a:lstStyle/>
          <a:p>
            <a:r>
              <a:rPr lang="en-US">
                <a:solidFill>
                  <a:srgbClr val="FFFFFF"/>
                </a:solidFill>
              </a:rPr>
              <a:t>Benefits</a:t>
            </a:r>
            <a:endParaRPr lang="en-IN">
              <a:solidFill>
                <a:srgbClr val="FFFFFF"/>
              </a:solidFill>
            </a:endParaRPr>
          </a:p>
        </p:txBody>
      </p:sp>
      <p:sp>
        <p:nvSpPr>
          <p:cNvPr id="14" name="Rectangle 13">
            <a:extLst>
              <a:ext uri="{FF2B5EF4-FFF2-40B4-BE49-F238E27FC236}">
                <a16:creationId xmlns:a16="http://schemas.microsoft.com/office/drawing/2014/main" id="{F9ED434F-8767-46CC-B26B-5AF62FF01E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graphicFrame>
        <p:nvGraphicFramePr>
          <p:cNvPr id="6" name="Content Placeholder 2">
            <a:extLst>
              <a:ext uri="{FF2B5EF4-FFF2-40B4-BE49-F238E27FC236}">
                <a16:creationId xmlns:a16="http://schemas.microsoft.com/office/drawing/2014/main" id="{FA770D59-FA0B-A74B-CBAB-3B0B8C02A11C}"/>
              </a:ext>
            </a:extLst>
          </p:cNvPr>
          <p:cNvGraphicFramePr>
            <a:graphicFrameLocks noGrp="1"/>
          </p:cNvGraphicFramePr>
          <p:nvPr>
            <p:ph idx="1"/>
            <p:extLst>
              <p:ext uri="{D42A27DB-BD31-4B8C-83A1-F6EECF244321}">
                <p14:modId xmlns:p14="http://schemas.microsoft.com/office/powerpoint/2010/main" val="22507592"/>
              </p:ext>
            </p:extLst>
          </p:nvPr>
        </p:nvGraphicFramePr>
        <p:xfrm>
          <a:off x="1286934" y="2324100"/>
          <a:ext cx="9625383" cy="34226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17005165"/>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A4EDB-A21A-D0BF-663A-7EB9E203AB72}"/>
              </a:ext>
            </a:extLst>
          </p:cNvPr>
          <p:cNvSpPr>
            <a:spLocks noGrp="1"/>
          </p:cNvSpPr>
          <p:nvPr>
            <p:ph type="title"/>
          </p:nvPr>
        </p:nvSpPr>
        <p:spPr/>
        <p:txBody>
          <a:bodyPr/>
          <a:lstStyle/>
          <a:p>
            <a:r>
              <a:rPr lang="en-US" dirty="0"/>
              <a:t>Conclusion</a:t>
            </a:r>
            <a:endParaRPr lang="en-CA" dirty="0"/>
          </a:p>
        </p:txBody>
      </p:sp>
      <p:graphicFrame>
        <p:nvGraphicFramePr>
          <p:cNvPr id="5" name="Text Placeholder 2">
            <a:extLst>
              <a:ext uri="{FF2B5EF4-FFF2-40B4-BE49-F238E27FC236}">
                <a16:creationId xmlns:a16="http://schemas.microsoft.com/office/drawing/2014/main" id="{58F4E292-C796-5F9A-135A-9560616D46C8}"/>
              </a:ext>
            </a:extLst>
          </p:cNvPr>
          <p:cNvGraphicFramePr/>
          <p:nvPr/>
        </p:nvGraphicFramePr>
        <p:xfrm>
          <a:off x="6686023" y="542925"/>
          <a:ext cx="5354740" cy="58483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845073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93E10248-AF0E-477D-B4D2-47C02CE4E3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8" name="Rectangle 7">
              <a:extLst>
                <a:ext uri="{FF2B5EF4-FFF2-40B4-BE49-F238E27FC236}">
                  <a16:creationId xmlns:a16="http://schemas.microsoft.com/office/drawing/2014/main" id="{533010C2-2DA5-460F-A40C-5317F567A0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Freeform 5">
              <a:extLst>
                <a:ext uri="{FF2B5EF4-FFF2-40B4-BE49-F238E27FC236}">
                  <a16:creationId xmlns:a16="http://schemas.microsoft.com/office/drawing/2014/main" id="{17CB0634-F963-4EC9-A6F6-8EA46BD1F10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1" name="Rectangle 10">
            <a:extLst>
              <a:ext uri="{FF2B5EF4-FFF2-40B4-BE49-F238E27FC236}">
                <a16:creationId xmlns:a16="http://schemas.microsoft.com/office/drawing/2014/main" id="{73C0A186-7444-4460-9C37-532E7671E9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grpSp>
        <p:nvGrpSpPr>
          <p:cNvPr id="13" name="Group 12">
            <a:extLst>
              <a:ext uri="{FF2B5EF4-FFF2-40B4-BE49-F238E27FC236}">
                <a16:creationId xmlns:a16="http://schemas.microsoft.com/office/drawing/2014/main" id="{F1ECA4FE-7D2F-4576-B767-3A5F5ABFE90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useBgFill="1">
          <p:nvSpPr>
            <p:cNvPr id="14" name="Rectangle 13">
              <a:extLst>
                <a:ext uri="{FF2B5EF4-FFF2-40B4-BE49-F238E27FC236}">
                  <a16:creationId xmlns:a16="http://schemas.microsoft.com/office/drawing/2014/main" id="{5969441E-5462-4859-86CD-1737FDE360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15" name="Freeform 5">
              <a:extLst>
                <a:ext uri="{FF2B5EF4-FFF2-40B4-BE49-F238E27FC236}">
                  <a16:creationId xmlns:a16="http://schemas.microsoft.com/office/drawing/2014/main" id="{596BD4B5-6833-40CC-96FE-EDC67563426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sp>
      </p:grpSp>
      <p:sp>
        <p:nvSpPr>
          <p:cNvPr id="2" name="Title 1">
            <a:extLst>
              <a:ext uri="{FF2B5EF4-FFF2-40B4-BE49-F238E27FC236}">
                <a16:creationId xmlns:a16="http://schemas.microsoft.com/office/drawing/2014/main" id="{D828FFD3-0C72-17E5-80ED-4D819B08DD38}"/>
              </a:ext>
            </a:extLst>
          </p:cNvPr>
          <p:cNvSpPr>
            <a:spLocks noGrp="1"/>
          </p:cNvSpPr>
          <p:nvPr>
            <p:ph type="title"/>
          </p:nvPr>
        </p:nvSpPr>
        <p:spPr>
          <a:xfrm>
            <a:off x="1683171" y="1169773"/>
            <a:ext cx="8825658" cy="2870161"/>
          </a:xfrm>
        </p:spPr>
        <p:txBody>
          <a:bodyPr vert="horz" lIns="91440" tIns="45720" rIns="91440" bIns="45720" rtlCol="0" anchor="b">
            <a:normAutofit/>
          </a:bodyPr>
          <a:lstStyle/>
          <a:p>
            <a:pPr algn="ctr"/>
            <a:r>
              <a:rPr lang="en-US" sz="5400">
                <a:solidFill>
                  <a:schemeClr val="tx1"/>
                </a:solidFill>
              </a:rPr>
              <a:t>Thank You</a:t>
            </a:r>
          </a:p>
        </p:txBody>
      </p:sp>
      <p:cxnSp>
        <p:nvCxnSpPr>
          <p:cNvPr id="17" name="Straight Connector 16">
            <a:extLst>
              <a:ext uri="{FF2B5EF4-FFF2-40B4-BE49-F238E27FC236}">
                <a16:creationId xmlns:a16="http://schemas.microsoft.com/office/drawing/2014/main" id="{E81F53E2-F556-42FA-8D24-113839EE19F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58249" y="4166888"/>
            <a:ext cx="675502"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4077659"/>
      </p:ext>
    </p:extLst>
  </p:cSld>
  <p:clrMapOvr>
    <a:overrideClrMapping bg1="dk1" tx1="lt1" bg2="dk2" tx2="lt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1356</TotalTime>
  <Words>1407</Words>
  <Application>Microsoft Office PowerPoint</Application>
  <PresentationFormat>Widescreen</PresentationFormat>
  <Paragraphs>81</Paragraphs>
  <Slides>16</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Century Gothic</vt:lpstr>
      <vt:lpstr>Times New Roman</vt:lpstr>
      <vt:lpstr>Wingdings 3</vt:lpstr>
      <vt:lpstr>Ion Boardroom</vt:lpstr>
      <vt:lpstr>Drowsiness Detection for Truck Driver</vt:lpstr>
      <vt:lpstr>Problem Statement</vt:lpstr>
      <vt:lpstr>Stats and Facts</vt:lpstr>
      <vt:lpstr>PowerPoint Presentation</vt:lpstr>
      <vt:lpstr>How can we detect drowsiness?</vt:lpstr>
      <vt:lpstr>The Eye and Mouth Aspect Ratio Technique</vt:lpstr>
      <vt:lpstr>The Eye and Mouth Aspect Ratio Technique</vt:lpstr>
      <vt:lpstr>Dataset Collection</vt:lpstr>
      <vt:lpstr>How do we solve this problem ?</vt:lpstr>
      <vt:lpstr>PowerPoint Presentation</vt:lpstr>
      <vt:lpstr>Results</vt:lpstr>
      <vt:lpstr>Future work</vt:lpstr>
      <vt:lpstr>Ethical Concerns</vt:lpstr>
      <vt:lpstr>Benefits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Drowsiness Detection System</dc:title>
  <dc:creator>patel kishan</dc:creator>
  <cp:lastModifiedBy>Rishav Rana</cp:lastModifiedBy>
  <cp:revision>43</cp:revision>
  <dcterms:created xsi:type="dcterms:W3CDTF">2023-02-22T22:42:29Z</dcterms:created>
  <dcterms:modified xsi:type="dcterms:W3CDTF">2023-06-15T17:36:36Z</dcterms:modified>
</cp:coreProperties>
</file>